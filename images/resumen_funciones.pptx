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601648-0797-4B8B-A526-7CBE96C03E56}" v="41" dt="2026-01-12T07:29:13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71" d="100"/>
          <a:sy n="71" d="100"/>
        </p:scale>
        <p:origin x="2040" y="-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es Blanco Marina" userId="504ae263-8a08-4aa2-8850-a56660022c36" providerId="ADAL" clId="{E80D64F7-B34B-465F-90A1-9D85E0DAAB7A}"/>
    <pc:docChg chg="undo custSel modSld modMainMaster">
      <pc:chgData name="Rodes Blanco Marina" userId="504ae263-8a08-4aa2-8850-a56660022c36" providerId="ADAL" clId="{E80D64F7-B34B-465F-90A1-9D85E0DAAB7A}" dt="2026-01-12T07:29:13.826" v="151" actId="12789"/>
      <pc:docMkLst>
        <pc:docMk/>
      </pc:docMkLst>
      <pc:sldChg chg="modSp">
        <pc:chgData name="Rodes Blanco Marina" userId="504ae263-8a08-4aa2-8850-a56660022c36" providerId="ADAL" clId="{E80D64F7-B34B-465F-90A1-9D85E0DAAB7A}" dt="2026-01-11T18:16:38.876" v="57"/>
        <pc:sldMkLst>
          <pc:docMk/>
          <pc:sldMk cId="3387065007" sldId="256"/>
        </pc:sldMkLst>
        <pc:spChg chg="mod">
          <ac:chgData name="Rodes Blanco Marina" userId="504ae263-8a08-4aa2-8850-a56660022c36" providerId="ADAL" clId="{E80D64F7-B34B-465F-90A1-9D85E0DAAB7A}" dt="2026-01-11T18:16:38.876" v="57"/>
          <ac:spMkLst>
            <pc:docMk/>
            <pc:sldMk cId="3387065007" sldId="256"/>
            <ac:spMk id="2" creationId="{EAC9E1E1-334B-9A39-423C-FD77B34DCE0B}"/>
          </ac:spMkLst>
        </pc:spChg>
        <pc:spChg chg="mod">
          <ac:chgData name="Rodes Blanco Marina" userId="504ae263-8a08-4aa2-8850-a56660022c36" providerId="ADAL" clId="{E80D64F7-B34B-465F-90A1-9D85E0DAAB7A}" dt="2026-01-11T18:16:38.876" v="57"/>
          <ac:spMkLst>
            <pc:docMk/>
            <pc:sldMk cId="3387065007" sldId="256"/>
            <ac:spMk id="3" creationId="{50A23CF1-6DA6-5C93-5BE4-0D9E740D4E8E}"/>
          </ac:spMkLst>
        </pc:spChg>
      </pc:sldChg>
      <pc:sldChg chg="modSp">
        <pc:chgData name="Rodes Blanco Marina" userId="504ae263-8a08-4aa2-8850-a56660022c36" providerId="ADAL" clId="{E80D64F7-B34B-465F-90A1-9D85E0DAAB7A}" dt="2026-01-11T18:16:38.876" v="57"/>
        <pc:sldMkLst>
          <pc:docMk/>
          <pc:sldMk cId="1849039431" sldId="257"/>
        </pc:sldMkLst>
        <pc:graphicFrameChg chg="mod">
          <ac:chgData name="Rodes Blanco Marina" userId="504ae263-8a08-4aa2-8850-a56660022c36" providerId="ADAL" clId="{E80D64F7-B34B-465F-90A1-9D85E0DAAB7A}" dt="2026-01-11T18:16:38.876" v="57"/>
          <ac:graphicFrameMkLst>
            <pc:docMk/>
            <pc:sldMk cId="1849039431" sldId="257"/>
            <ac:graphicFrameMk id="4" creationId="{256B36E9-6295-E030-EECE-D40BF9ACD554}"/>
          </ac:graphicFrameMkLst>
        </pc:graphicFrame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1849039431" sldId="257"/>
            <ac:picMk id="6" creationId="{7DAF698D-8503-666E-F9B1-576B2952C51B}"/>
          </ac:picMkLst>
        </pc:picChg>
      </pc:sldChg>
      <pc:sldChg chg="modSp">
        <pc:chgData name="Rodes Blanco Marina" userId="504ae263-8a08-4aa2-8850-a56660022c36" providerId="ADAL" clId="{E80D64F7-B34B-465F-90A1-9D85E0DAAB7A}" dt="2026-01-11T18:16:38.876" v="57"/>
        <pc:sldMkLst>
          <pc:docMk/>
          <pc:sldMk cId="538777274" sldId="258"/>
        </pc:sldMkLst>
        <pc:graphicFrameChg chg="mod">
          <ac:chgData name="Rodes Blanco Marina" userId="504ae263-8a08-4aa2-8850-a56660022c36" providerId="ADAL" clId="{E80D64F7-B34B-465F-90A1-9D85E0DAAB7A}" dt="2026-01-11T18:16:38.876" v="57"/>
          <ac:graphicFrameMkLst>
            <pc:docMk/>
            <pc:sldMk cId="538777274" sldId="258"/>
            <ac:graphicFrameMk id="4" creationId="{5851C3F8-B2B4-BAAF-D2B8-9C6EB9F3AED3}"/>
          </ac:graphicFrameMkLst>
        </pc:graphicFrame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538777274" sldId="258"/>
            <ac:picMk id="3" creationId="{85412804-E4B1-1B9C-32F1-37C512E72D09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538777274" sldId="258"/>
            <ac:picMk id="6" creationId="{8FD18287-4E32-8947-B864-F8BC61BDE2A1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538777274" sldId="258"/>
            <ac:picMk id="7" creationId="{1769182C-081F-8C88-A498-CA68AF9535E7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538777274" sldId="258"/>
            <ac:picMk id="9" creationId="{F0F23056-DAFD-63B1-04B0-599AC8D47DCB}"/>
          </ac:picMkLst>
        </pc:picChg>
      </pc:sldChg>
      <pc:sldChg chg="addSp delSp modSp mod">
        <pc:chgData name="Rodes Blanco Marina" userId="504ae263-8a08-4aa2-8850-a56660022c36" providerId="ADAL" clId="{E80D64F7-B34B-465F-90A1-9D85E0DAAB7A}" dt="2026-01-12T07:29:13.826" v="151" actId="12789"/>
        <pc:sldMkLst>
          <pc:docMk/>
          <pc:sldMk cId="3469232705" sldId="259"/>
        </pc:sldMkLst>
        <pc:graphicFrameChg chg="mod modGraphic">
          <ac:chgData name="Rodes Blanco Marina" userId="504ae263-8a08-4aa2-8850-a56660022c36" providerId="ADAL" clId="{E80D64F7-B34B-465F-90A1-9D85E0DAAB7A}" dt="2026-01-12T07:26:39.831" v="123"/>
          <ac:graphicFrameMkLst>
            <pc:docMk/>
            <pc:sldMk cId="3469232705" sldId="259"/>
            <ac:graphicFrameMk id="4" creationId="{0A3B67D9-1F8E-D00D-9EEF-1A92968AFAC0}"/>
          </ac:graphicFrameMkLst>
        </pc:graphicFrameChg>
        <pc:picChg chg="mod">
          <ac:chgData name="Rodes Blanco Marina" userId="504ae263-8a08-4aa2-8850-a56660022c36" providerId="ADAL" clId="{E80D64F7-B34B-465F-90A1-9D85E0DAAB7A}" dt="2026-01-11T18:16:54.876" v="93" actId="1036"/>
          <ac:picMkLst>
            <pc:docMk/>
            <pc:sldMk cId="3469232705" sldId="259"/>
            <ac:picMk id="3" creationId="{D9D90515-D561-E08C-7F12-EA274E329081}"/>
          </ac:picMkLst>
        </pc:picChg>
        <pc:picChg chg="mod">
          <ac:chgData name="Rodes Blanco Marina" userId="504ae263-8a08-4aa2-8850-a56660022c36" providerId="ADAL" clId="{E80D64F7-B34B-465F-90A1-9D85E0DAAB7A}" dt="2026-01-12T07:25:06.682" v="104" actId="1035"/>
          <ac:picMkLst>
            <pc:docMk/>
            <pc:sldMk cId="3469232705" sldId="259"/>
            <ac:picMk id="5" creationId="{81870882-F5CF-C311-03F1-9E539F7027DB}"/>
          </ac:picMkLst>
        </pc:picChg>
        <pc:picChg chg="add del mod">
          <ac:chgData name="Rodes Blanco Marina" userId="504ae263-8a08-4aa2-8850-a56660022c36" providerId="ADAL" clId="{E80D64F7-B34B-465F-90A1-9D85E0DAAB7A}" dt="2026-01-12T07:25:53.398" v="115" actId="478"/>
          <ac:picMkLst>
            <pc:docMk/>
            <pc:sldMk cId="3469232705" sldId="259"/>
            <ac:picMk id="6" creationId="{D4107E61-BD0C-9CD0-A012-34F591E6CB59}"/>
          </ac:picMkLst>
        </pc:picChg>
        <pc:picChg chg="mod">
          <ac:chgData name="Rodes Blanco Marina" userId="504ae263-8a08-4aa2-8850-a56660022c36" providerId="ADAL" clId="{E80D64F7-B34B-465F-90A1-9D85E0DAAB7A}" dt="2026-01-11T18:16:45.212" v="75" actId="1036"/>
          <ac:picMkLst>
            <pc:docMk/>
            <pc:sldMk cId="3469232705" sldId="259"/>
            <ac:picMk id="7" creationId="{86969195-FEF4-6000-A9A6-35C3823B8AF8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3469232705" sldId="259"/>
            <ac:picMk id="9" creationId="{ABDEA536-FDD0-0AE1-4645-BB5D2A9B5C04}"/>
          </ac:picMkLst>
        </pc:picChg>
        <pc:picChg chg="mod">
          <ac:chgData name="Rodes Blanco Marina" userId="504ae263-8a08-4aa2-8850-a56660022c36" providerId="ADAL" clId="{E80D64F7-B34B-465F-90A1-9D85E0DAAB7A}" dt="2026-01-12T07:25:09.610" v="110" actId="1035"/>
          <ac:picMkLst>
            <pc:docMk/>
            <pc:sldMk cId="3469232705" sldId="259"/>
            <ac:picMk id="10" creationId="{DB8B82BA-35B8-23B4-6E93-01A4A69FF846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3469232705" sldId="259"/>
            <ac:picMk id="11" creationId="{735C2BE3-E00C-7070-F746-1F56480BEA90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3469232705" sldId="259"/>
            <ac:picMk id="12" creationId="{A3730137-91A7-B16B-8CAF-D8F165F55206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3469232705" sldId="259"/>
            <ac:picMk id="14" creationId="{B44C1BAF-B231-1E18-551D-532EBA7D93A8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3469232705" sldId="259"/>
            <ac:picMk id="16" creationId="{C839A714-87CC-9273-C63A-F891EB14AF30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3469232705" sldId="259"/>
            <ac:picMk id="18" creationId="{883405BA-2CAB-F1EB-CDA8-568F2B505A74}"/>
          </ac:picMkLst>
        </pc:picChg>
        <pc:picChg chg="mod">
          <ac:chgData name="Rodes Blanco Marina" userId="504ae263-8a08-4aa2-8850-a56660022c36" providerId="ADAL" clId="{E80D64F7-B34B-465F-90A1-9D85E0DAAB7A}" dt="2026-01-11T18:16:54.876" v="93" actId="1036"/>
          <ac:picMkLst>
            <pc:docMk/>
            <pc:sldMk cId="3469232705" sldId="259"/>
            <ac:picMk id="20" creationId="{CCA8A7DB-6147-EC19-4C87-11FC4D7C56D0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3469232705" sldId="259"/>
            <ac:picMk id="21" creationId="{C5AEC1AC-056B-5F51-F5D3-1266AE757970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3469232705" sldId="259"/>
            <ac:picMk id="22" creationId="{4DC5A7D4-5918-2A8A-8856-BF3FA52574A6}"/>
          </ac:picMkLst>
        </pc:picChg>
        <pc:picChg chg="mod">
          <ac:chgData name="Rodes Blanco Marina" userId="504ae263-8a08-4aa2-8850-a56660022c36" providerId="ADAL" clId="{E80D64F7-B34B-465F-90A1-9D85E0DAAB7A}" dt="2026-01-11T18:16:38.876" v="57"/>
          <ac:picMkLst>
            <pc:docMk/>
            <pc:sldMk cId="3469232705" sldId="259"/>
            <ac:picMk id="24" creationId="{695DC193-06A0-5191-2CA4-375E5455A893}"/>
          </ac:picMkLst>
        </pc:picChg>
        <pc:picChg chg="add mod">
          <ac:chgData name="Rodes Blanco Marina" userId="504ae263-8a08-4aa2-8850-a56660022c36" providerId="ADAL" clId="{E80D64F7-B34B-465F-90A1-9D85E0DAAB7A}" dt="2026-01-12T07:29:13.826" v="151" actId="12789"/>
          <ac:picMkLst>
            <pc:docMk/>
            <pc:sldMk cId="3469232705" sldId="259"/>
            <ac:picMk id="1026" creationId="{7A7BC1B0-E84F-A8A1-76ED-65AC9734F75C}"/>
          </ac:picMkLst>
        </pc:picChg>
        <pc:picChg chg="add del mod">
          <ac:chgData name="Rodes Blanco Marina" userId="504ae263-8a08-4aa2-8850-a56660022c36" providerId="ADAL" clId="{E80D64F7-B34B-465F-90A1-9D85E0DAAB7A}" dt="2026-01-12T07:27:23.169" v="128" actId="478"/>
          <ac:picMkLst>
            <pc:docMk/>
            <pc:sldMk cId="3469232705" sldId="259"/>
            <ac:picMk id="1028" creationId="{BCB429B7-2A38-4D08-A706-C3E0DB2F8267}"/>
          </ac:picMkLst>
        </pc:picChg>
        <pc:picChg chg="add mod">
          <ac:chgData name="Rodes Blanco Marina" userId="504ae263-8a08-4aa2-8850-a56660022c36" providerId="ADAL" clId="{E80D64F7-B34B-465F-90A1-9D85E0DAAB7A}" dt="2026-01-12T07:29:13.826" v="151" actId="12789"/>
          <ac:picMkLst>
            <pc:docMk/>
            <pc:sldMk cId="3469232705" sldId="259"/>
            <ac:picMk id="1030" creationId="{F2E5D693-D79B-445E-11A6-500DB6EAE438}"/>
          </ac:picMkLst>
        </pc:picChg>
        <pc:picChg chg="add mod">
          <ac:chgData name="Rodes Blanco Marina" userId="504ae263-8a08-4aa2-8850-a56660022c36" providerId="ADAL" clId="{E80D64F7-B34B-465F-90A1-9D85E0DAAB7A}" dt="2026-01-12T07:29:13.826" v="151" actId="12789"/>
          <ac:picMkLst>
            <pc:docMk/>
            <pc:sldMk cId="3469232705" sldId="259"/>
            <ac:picMk id="1032" creationId="{7DA8407C-5666-E961-23F5-EC260F979EFF}"/>
          </ac:picMkLst>
        </pc:picChg>
      </pc:sldChg>
      <pc:sldMasterChg chg="modSp modSldLayout">
        <pc:chgData name="Rodes Blanco Marina" userId="504ae263-8a08-4aa2-8850-a56660022c36" providerId="ADAL" clId="{E80D64F7-B34B-465F-90A1-9D85E0DAAB7A}" dt="2026-01-11T18:16:38.876" v="57"/>
        <pc:sldMasterMkLst>
          <pc:docMk/>
          <pc:sldMasterMk cId="2666078630" sldId="2147483660"/>
        </pc:sldMasterMkLst>
        <pc:spChg chg="mod">
          <ac:chgData name="Rodes Blanco Marina" userId="504ae263-8a08-4aa2-8850-a56660022c36" providerId="ADAL" clId="{E80D64F7-B34B-465F-90A1-9D85E0DAAB7A}" dt="2026-01-11T18:16:38.876" v="57"/>
          <ac:spMkLst>
            <pc:docMk/>
            <pc:sldMasterMk cId="2666078630" sldId="2147483660"/>
            <ac:spMk id="2" creationId="{00000000-0000-0000-0000-000000000000}"/>
          </ac:spMkLst>
        </pc:spChg>
        <pc:spChg chg="mod">
          <ac:chgData name="Rodes Blanco Marina" userId="504ae263-8a08-4aa2-8850-a56660022c36" providerId="ADAL" clId="{E80D64F7-B34B-465F-90A1-9D85E0DAAB7A}" dt="2026-01-11T18:16:38.876" v="57"/>
          <ac:spMkLst>
            <pc:docMk/>
            <pc:sldMasterMk cId="2666078630" sldId="2147483660"/>
            <ac:spMk id="3" creationId="{00000000-0000-0000-0000-000000000000}"/>
          </ac:spMkLst>
        </pc:spChg>
        <pc:spChg chg="mod">
          <ac:chgData name="Rodes Blanco Marina" userId="504ae263-8a08-4aa2-8850-a56660022c36" providerId="ADAL" clId="{E80D64F7-B34B-465F-90A1-9D85E0DAAB7A}" dt="2026-01-11T18:16:38.876" v="57"/>
          <ac:spMkLst>
            <pc:docMk/>
            <pc:sldMasterMk cId="2666078630" sldId="2147483660"/>
            <ac:spMk id="4" creationId="{00000000-0000-0000-0000-000000000000}"/>
          </ac:spMkLst>
        </pc:spChg>
        <pc:spChg chg="mod">
          <ac:chgData name="Rodes Blanco Marina" userId="504ae263-8a08-4aa2-8850-a56660022c36" providerId="ADAL" clId="{E80D64F7-B34B-465F-90A1-9D85E0DAAB7A}" dt="2026-01-11T18:16:38.876" v="57"/>
          <ac:spMkLst>
            <pc:docMk/>
            <pc:sldMasterMk cId="2666078630" sldId="2147483660"/>
            <ac:spMk id="5" creationId="{00000000-0000-0000-0000-000000000000}"/>
          </ac:spMkLst>
        </pc:spChg>
        <pc:spChg chg="mod">
          <ac:chgData name="Rodes Blanco Marina" userId="504ae263-8a08-4aa2-8850-a56660022c36" providerId="ADAL" clId="{E80D64F7-B34B-465F-90A1-9D85E0DAAB7A}" dt="2026-01-11T18:16:38.876" v="57"/>
          <ac:spMkLst>
            <pc:docMk/>
            <pc:sldMasterMk cId="2666078630" sldId="2147483660"/>
            <ac:spMk id="6" creationId="{00000000-0000-0000-0000-000000000000}"/>
          </ac:spMkLst>
        </pc:spChg>
        <pc:sldLayoutChg chg="modSp">
          <pc:chgData name="Rodes Blanco Marina" userId="504ae263-8a08-4aa2-8850-a56660022c36" providerId="ADAL" clId="{E80D64F7-B34B-465F-90A1-9D85E0DAAB7A}" dt="2026-01-11T18:16:38.876" v="57"/>
          <pc:sldLayoutMkLst>
            <pc:docMk/>
            <pc:sldMasterMk cId="2666078630" sldId="2147483660"/>
            <pc:sldLayoutMk cId="3625625114" sldId="2147483661"/>
          </pc:sldLayoutMkLst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3625625114" sldId="2147483661"/>
              <ac:spMk id="2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3625625114" sldId="2147483661"/>
              <ac:spMk id="3" creationId="{00000000-0000-0000-0000-000000000000}"/>
            </ac:spMkLst>
          </pc:spChg>
        </pc:sldLayoutChg>
        <pc:sldLayoutChg chg="modSp">
          <pc:chgData name="Rodes Blanco Marina" userId="504ae263-8a08-4aa2-8850-a56660022c36" providerId="ADAL" clId="{E80D64F7-B34B-465F-90A1-9D85E0DAAB7A}" dt="2026-01-11T18:16:38.876" v="57"/>
          <pc:sldLayoutMkLst>
            <pc:docMk/>
            <pc:sldMasterMk cId="2666078630" sldId="2147483660"/>
            <pc:sldLayoutMk cId="1147553990" sldId="2147483663"/>
          </pc:sldLayoutMkLst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1147553990" sldId="2147483663"/>
              <ac:spMk id="2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1147553990" sldId="2147483663"/>
              <ac:spMk id="3" creationId="{00000000-0000-0000-0000-000000000000}"/>
            </ac:spMkLst>
          </pc:spChg>
        </pc:sldLayoutChg>
        <pc:sldLayoutChg chg="modSp">
          <pc:chgData name="Rodes Blanco Marina" userId="504ae263-8a08-4aa2-8850-a56660022c36" providerId="ADAL" clId="{E80D64F7-B34B-465F-90A1-9D85E0DAAB7A}" dt="2026-01-11T18:16:38.876" v="57"/>
          <pc:sldLayoutMkLst>
            <pc:docMk/>
            <pc:sldMasterMk cId="2666078630" sldId="2147483660"/>
            <pc:sldLayoutMk cId="2941120485" sldId="2147483664"/>
          </pc:sldLayoutMkLst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2941120485" sldId="2147483664"/>
              <ac:spMk id="3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2941120485" sldId="2147483664"/>
              <ac:spMk id="4" creationId="{00000000-0000-0000-0000-000000000000}"/>
            </ac:spMkLst>
          </pc:spChg>
        </pc:sldLayoutChg>
        <pc:sldLayoutChg chg="modSp">
          <pc:chgData name="Rodes Blanco Marina" userId="504ae263-8a08-4aa2-8850-a56660022c36" providerId="ADAL" clId="{E80D64F7-B34B-465F-90A1-9D85E0DAAB7A}" dt="2026-01-11T18:16:38.876" v="57"/>
          <pc:sldLayoutMkLst>
            <pc:docMk/>
            <pc:sldMasterMk cId="2666078630" sldId="2147483660"/>
            <pc:sldLayoutMk cId="3015697700" sldId="2147483665"/>
          </pc:sldLayoutMkLst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3015697700" sldId="2147483665"/>
              <ac:spMk id="2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3015697700" sldId="2147483665"/>
              <ac:spMk id="3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3015697700" sldId="2147483665"/>
              <ac:spMk id="4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3015697700" sldId="2147483665"/>
              <ac:spMk id="5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3015697700" sldId="2147483665"/>
              <ac:spMk id="6" creationId="{00000000-0000-0000-0000-000000000000}"/>
            </ac:spMkLst>
          </pc:spChg>
        </pc:sldLayoutChg>
        <pc:sldLayoutChg chg="modSp">
          <pc:chgData name="Rodes Blanco Marina" userId="504ae263-8a08-4aa2-8850-a56660022c36" providerId="ADAL" clId="{E80D64F7-B34B-465F-90A1-9D85E0DAAB7A}" dt="2026-01-11T18:16:38.876" v="57"/>
          <pc:sldLayoutMkLst>
            <pc:docMk/>
            <pc:sldMasterMk cId="2666078630" sldId="2147483660"/>
            <pc:sldLayoutMk cId="1912861456" sldId="2147483668"/>
          </pc:sldLayoutMkLst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1912861456" sldId="2147483668"/>
              <ac:spMk id="2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1912861456" sldId="2147483668"/>
              <ac:spMk id="3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1912861456" sldId="2147483668"/>
              <ac:spMk id="4" creationId="{00000000-0000-0000-0000-000000000000}"/>
            </ac:spMkLst>
          </pc:spChg>
        </pc:sldLayoutChg>
        <pc:sldLayoutChg chg="modSp">
          <pc:chgData name="Rodes Blanco Marina" userId="504ae263-8a08-4aa2-8850-a56660022c36" providerId="ADAL" clId="{E80D64F7-B34B-465F-90A1-9D85E0DAAB7A}" dt="2026-01-11T18:16:38.876" v="57"/>
          <pc:sldLayoutMkLst>
            <pc:docMk/>
            <pc:sldMasterMk cId="2666078630" sldId="2147483660"/>
            <pc:sldLayoutMk cId="2891305654" sldId="2147483669"/>
          </pc:sldLayoutMkLst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2891305654" sldId="2147483669"/>
              <ac:spMk id="2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2891305654" sldId="2147483669"/>
              <ac:spMk id="3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2891305654" sldId="2147483669"/>
              <ac:spMk id="4" creationId="{00000000-0000-0000-0000-000000000000}"/>
            </ac:spMkLst>
          </pc:spChg>
        </pc:sldLayoutChg>
        <pc:sldLayoutChg chg="modSp">
          <pc:chgData name="Rodes Blanco Marina" userId="504ae263-8a08-4aa2-8850-a56660022c36" providerId="ADAL" clId="{E80D64F7-B34B-465F-90A1-9D85E0DAAB7A}" dt="2026-01-11T18:16:38.876" v="57"/>
          <pc:sldLayoutMkLst>
            <pc:docMk/>
            <pc:sldMasterMk cId="2666078630" sldId="2147483660"/>
            <pc:sldLayoutMk cId="1595742304" sldId="2147483671"/>
          </pc:sldLayoutMkLst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1595742304" sldId="2147483671"/>
              <ac:spMk id="2" creationId="{00000000-0000-0000-0000-000000000000}"/>
            </ac:spMkLst>
          </pc:spChg>
          <pc:spChg chg="mod">
            <ac:chgData name="Rodes Blanco Marina" userId="504ae263-8a08-4aa2-8850-a56660022c36" providerId="ADAL" clId="{E80D64F7-B34B-465F-90A1-9D85E0DAAB7A}" dt="2026-01-11T18:16:38.876" v="57"/>
            <ac:spMkLst>
              <pc:docMk/>
              <pc:sldMasterMk cId="2666078630" sldId="2147483660"/>
              <pc:sldLayoutMk cId="1595742304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5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19" indent="0" algn="ctr">
              <a:buNone/>
              <a:defRPr sz="1500"/>
            </a:lvl2pPr>
            <a:lvl3pPr marL="685837" indent="0" algn="ctr">
              <a:buNone/>
              <a:defRPr sz="1350"/>
            </a:lvl3pPr>
            <a:lvl4pPr marL="1028755" indent="0" algn="ctr">
              <a:buNone/>
              <a:defRPr sz="1200"/>
            </a:lvl4pPr>
            <a:lvl5pPr marL="1371673" indent="0" algn="ctr">
              <a:buNone/>
              <a:defRPr sz="1200"/>
            </a:lvl5pPr>
            <a:lvl6pPr marL="1714592" indent="0" algn="ctr">
              <a:buNone/>
              <a:defRPr sz="1200"/>
            </a:lvl6pPr>
            <a:lvl7pPr marL="2057510" indent="0" algn="ctr">
              <a:buNone/>
              <a:defRPr sz="1200"/>
            </a:lvl7pPr>
            <a:lvl8pPr marL="2400429" indent="0" algn="ctr">
              <a:buNone/>
              <a:defRPr sz="1200"/>
            </a:lvl8pPr>
            <a:lvl9pPr marL="2743347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2562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0747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20" y="2469625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20" y="6629227"/>
            <a:ext cx="5915025" cy="216693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19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37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5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7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9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51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42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34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47553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1120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5" y="527406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50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19" indent="0">
              <a:buNone/>
              <a:defRPr sz="1500" b="1"/>
            </a:lvl2pPr>
            <a:lvl3pPr marL="685837" indent="0">
              <a:buNone/>
              <a:defRPr sz="1350" b="1"/>
            </a:lvl3pPr>
            <a:lvl4pPr marL="1028755" indent="0">
              <a:buNone/>
              <a:defRPr sz="1200" b="1"/>
            </a:lvl4pPr>
            <a:lvl5pPr marL="1371673" indent="0">
              <a:buNone/>
              <a:defRPr sz="1200" b="1"/>
            </a:lvl5pPr>
            <a:lvl6pPr marL="1714592" indent="0">
              <a:buNone/>
              <a:defRPr sz="1200" b="1"/>
            </a:lvl6pPr>
            <a:lvl7pPr marL="2057510" indent="0">
              <a:buNone/>
              <a:defRPr sz="1200" b="1"/>
            </a:lvl7pPr>
            <a:lvl8pPr marL="2400429" indent="0">
              <a:buNone/>
              <a:defRPr sz="1200" b="1"/>
            </a:lvl8pPr>
            <a:lvl9pPr marL="2743347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4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7" y="2428350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19" indent="0">
              <a:buNone/>
              <a:defRPr sz="1500" b="1"/>
            </a:lvl2pPr>
            <a:lvl3pPr marL="685837" indent="0">
              <a:buNone/>
              <a:defRPr sz="1350" b="1"/>
            </a:lvl3pPr>
            <a:lvl4pPr marL="1028755" indent="0">
              <a:buNone/>
              <a:defRPr sz="1200" b="1"/>
            </a:lvl4pPr>
            <a:lvl5pPr marL="1371673" indent="0">
              <a:buNone/>
              <a:defRPr sz="1200" b="1"/>
            </a:lvl5pPr>
            <a:lvl6pPr marL="1714592" indent="0">
              <a:buNone/>
              <a:defRPr sz="1200" b="1"/>
            </a:lvl6pPr>
            <a:lvl7pPr marL="2057510" indent="0">
              <a:buNone/>
              <a:defRPr sz="1200" b="1"/>
            </a:lvl7pPr>
            <a:lvl8pPr marL="2400429" indent="0">
              <a:buNone/>
              <a:defRPr sz="1200" b="1"/>
            </a:lvl8pPr>
            <a:lvl9pPr marL="2743347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7" y="3618444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569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878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9997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1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7" y="1426284"/>
            <a:ext cx="3471863" cy="70396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3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19" indent="0">
              <a:buNone/>
              <a:defRPr sz="1050"/>
            </a:lvl2pPr>
            <a:lvl3pPr marL="685837" indent="0">
              <a:buNone/>
              <a:defRPr sz="900"/>
            </a:lvl3pPr>
            <a:lvl4pPr marL="1028755" indent="0">
              <a:buNone/>
              <a:defRPr sz="750"/>
            </a:lvl4pPr>
            <a:lvl5pPr marL="1371673" indent="0">
              <a:buNone/>
              <a:defRPr sz="750"/>
            </a:lvl5pPr>
            <a:lvl6pPr marL="1714592" indent="0">
              <a:buNone/>
              <a:defRPr sz="750"/>
            </a:lvl6pPr>
            <a:lvl7pPr marL="2057510" indent="0">
              <a:buNone/>
              <a:defRPr sz="750"/>
            </a:lvl7pPr>
            <a:lvl8pPr marL="2400429" indent="0">
              <a:buNone/>
              <a:defRPr sz="750"/>
            </a:lvl8pPr>
            <a:lvl9pPr marL="2743347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1286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1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7" y="1426284"/>
            <a:ext cx="3471863" cy="703968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19" indent="0">
              <a:buNone/>
              <a:defRPr sz="2100"/>
            </a:lvl2pPr>
            <a:lvl3pPr marL="685837" indent="0">
              <a:buNone/>
              <a:defRPr sz="1800"/>
            </a:lvl3pPr>
            <a:lvl4pPr marL="1028755" indent="0">
              <a:buNone/>
              <a:defRPr sz="1500"/>
            </a:lvl4pPr>
            <a:lvl5pPr marL="1371673" indent="0">
              <a:buNone/>
              <a:defRPr sz="1500"/>
            </a:lvl5pPr>
            <a:lvl6pPr marL="1714592" indent="0">
              <a:buNone/>
              <a:defRPr sz="1500"/>
            </a:lvl6pPr>
            <a:lvl7pPr marL="2057510" indent="0">
              <a:buNone/>
              <a:defRPr sz="1500"/>
            </a:lvl7pPr>
            <a:lvl8pPr marL="2400429" indent="0">
              <a:buNone/>
              <a:defRPr sz="1500"/>
            </a:lvl8pPr>
            <a:lvl9pPr marL="2743347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3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19" indent="0">
              <a:buNone/>
              <a:defRPr sz="1050"/>
            </a:lvl2pPr>
            <a:lvl3pPr marL="685837" indent="0">
              <a:buNone/>
              <a:defRPr sz="900"/>
            </a:lvl3pPr>
            <a:lvl4pPr marL="1028755" indent="0">
              <a:buNone/>
              <a:defRPr sz="750"/>
            </a:lvl4pPr>
            <a:lvl5pPr marL="1371673" indent="0">
              <a:buNone/>
              <a:defRPr sz="750"/>
            </a:lvl5pPr>
            <a:lvl6pPr marL="1714592" indent="0">
              <a:buNone/>
              <a:defRPr sz="750"/>
            </a:lvl6pPr>
            <a:lvl7pPr marL="2057510" indent="0">
              <a:buNone/>
              <a:defRPr sz="750"/>
            </a:lvl7pPr>
            <a:lvl8pPr marL="2400429" indent="0">
              <a:buNone/>
              <a:defRPr sz="750"/>
            </a:lvl8pPr>
            <a:lvl9pPr marL="2743347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1305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051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5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5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574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1" y="527406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1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EFBE8-179B-43F5-8399-C44CC5E4E049}" type="datetimeFigureOut">
              <a:rPr lang="es-ES" smtClean="0"/>
              <a:t>12/01/2026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6" y="9181397"/>
            <a:ext cx="2314575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FA3E3C-FB06-499A-9252-3791D51BB08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6078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37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9" indent="-171459" algn="l" defTabSz="685837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78" indent="-171459" algn="l" defTabSz="68583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96" indent="-171459" algn="l" defTabSz="68583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214" indent="-171459" algn="l" defTabSz="68583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132" indent="-171459" algn="l" defTabSz="68583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051" indent="-171459" algn="l" defTabSz="68583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970" indent="-171459" algn="l" defTabSz="68583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888" indent="-171459" algn="l" defTabSz="68583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806" indent="-171459" algn="l" defTabSz="685837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3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19" algn="l" defTabSz="68583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37" algn="l" defTabSz="68583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55" algn="l" defTabSz="68583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73" algn="l" defTabSz="68583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92" algn="l" defTabSz="68583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510" algn="l" defTabSz="68583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429" algn="l" defTabSz="68583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347" algn="l" defTabSz="685837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9E1E1-334B-9A39-423C-FD77B34DCE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A23CF1-6DA6-5C93-5BE4-0D9E740D4E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706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56B36E9-6295-E030-EECE-D40BF9ACD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405375"/>
              </p:ext>
            </p:extLst>
          </p:nvPr>
        </p:nvGraphicFramePr>
        <p:xfrm>
          <a:off x="1143001" y="3429000"/>
          <a:ext cx="4572000" cy="2537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7146089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1683799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94621272"/>
                    </a:ext>
                  </a:extLst>
                </a:gridCol>
              </a:tblGrid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Función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s-ES" sz="600" dirty="0"/>
                        <a:t>Paquete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230415085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read_delim()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r>
                        <a:rPr lang="es-ES" sz="600" dirty="0"/>
                        <a:t>read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472631108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rename()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990771390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slice()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787858473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filter()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405628760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select()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1651819806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mutate()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826598022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group_by()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858840255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summarise()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56133392"/>
                  </a:ext>
                </a:extLst>
              </a:tr>
              <a:tr h="242778">
                <a:tc>
                  <a:txBody>
                    <a:bodyPr/>
                    <a:lstStyle/>
                    <a:p>
                      <a:r>
                        <a:rPr lang="es-ES" sz="600" dirty="0"/>
                        <a:t>pivot_longer()</a:t>
                      </a:r>
                    </a:p>
                    <a:p>
                      <a:r>
                        <a:rPr lang="es-ES" sz="600" dirty="0"/>
                        <a:t>pivot_wider()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691072967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*_join()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3707580252"/>
                  </a:ext>
                </a:extLst>
              </a:tr>
              <a:tr h="208598">
                <a:tc>
                  <a:txBody>
                    <a:bodyPr/>
                    <a:lstStyle/>
                    <a:p>
                      <a:r>
                        <a:rPr lang="es-ES" sz="600" dirty="0"/>
                        <a:t>write_delim()</a:t>
                      </a:r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/>
                </a:tc>
                <a:extLst>
                  <a:ext uri="{0D108BD9-81ED-4DB2-BD59-A6C34878D82A}">
                    <a16:rowId xmlns:a16="http://schemas.microsoft.com/office/drawing/2014/main" val="2049218373"/>
                  </a:ext>
                </a:extLst>
              </a:tr>
            </a:tbl>
          </a:graphicData>
        </a:graphic>
      </p:graphicFrame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7DAF698D-8503-666E-F9B1-576B2952C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015" y="4631529"/>
            <a:ext cx="867972" cy="64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3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AEEA2-E9E9-32C4-9579-55734791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851C3F8-B2B4-BAAF-D2B8-9C6EB9F3A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247039"/>
              </p:ext>
            </p:extLst>
          </p:nvPr>
        </p:nvGraphicFramePr>
        <p:xfrm>
          <a:off x="1143001" y="3130940"/>
          <a:ext cx="4572000" cy="3034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7146089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61683799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94621272"/>
                    </a:ext>
                  </a:extLst>
                </a:gridCol>
              </a:tblGrid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Función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600" dirty="0"/>
                        <a:t>Paquete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415085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read_delim()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631108"/>
                  </a:ext>
                </a:extLst>
              </a:tr>
              <a:tr h="338450">
                <a:tc>
                  <a:txBody>
                    <a:bodyPr/>
                    <a:lstStyle/>
                    <a:p>
                      <a:r>
                        <a:rPr lang="es-ES" sz="600" dirty="0"/>
                        <a:t>rename()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600" dirty="0"/>
                        <a:t>Renombrar columna</a:t>
                      </a:r>
                    </a:p>
                    <a:p>
                      <a:endParaRPr lang="es-ES" sz="600" dirty="0"/>
                    </a:p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771390"/>
                  </a:ext>
                </a:extLst>
              </a:tr>
              <a:tr h="434122">
                <a:tc>
                  <a:txBody>
                    <a:bodyPr/>
                    <a:lstStyle/>
                    <a:p>
                      <a:r>
                        <a:rPr lang="es-ES" sz="600" dirty="0"/>
                        <a:t>slice()</a:t>
                      </a:r>
                    </a:p>
                    <a:p>
                      <a:r>
                        <a:rPr lang="es-ES" sz="600" dirty="0"/>
                        <a:t>filter()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600" dirty="0"/>
                        <a:t>Filtrar por posición (slice) o por valor (filter)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  <a:p>
                      <a:endParaRPr lang="es-ES" sz="600" dirty="0"/>
                    </a:p>
                    <a:p>
                      <a:endParaRPr lang="es-ES" sz="600" dirty="0"/>
                    </a:p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858473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select()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819806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mutate()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598022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group_by()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840255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summarise()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33392"/>
                  </a:ext>
                </a:extLst>
              </a:tr>
              <a:tr h="401360">
                <a:tc>
                  <a:txBody>
                    <a:bodyPr/>
                    <a:lstStyle/>
                    <a:p>
                      <a:r>
                        <a:rPr lang="es-ES" sz="600" dirty="0"/>
                        <a:t>pivot_longer()</a:t>
                      </a:r>
                    </a:p>
                    <a:p>
                      <a:r>
                        <a:rPr lang="es-ES" sz="600" dirty="0"/>
                        <a:t>pivot_wider()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072967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*_join()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580252"/>
                  </a:ext>
                </a:extLst>
              </a:tr>
              <a:tr h="232534">
                <a:tc>
                  <a:txBody>
                    <a:bodyPr/>
                    <a:lstStyle/>
                    <a:p>
                      <a:r>
                        <a:rPr lang="es-ES" sz="600" dirty="0"/>
                        <a:t>write_delim()</a:t>
                      </a:r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6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218373"/>
                  </a:ext>
                </a:extLst>
              </a:tr>
            </a:tbl>
          </a:graphicData>
        </a:graphic>
      </p:graphicFrame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8FD18287-4E32-8947-B864-F8BC61BDE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421" y="4109424"/>
            <a:ext cx="867972" cy="642942"/>
          </a:xfrm>
          <a:prstGeom prst="rect">
            <a:avLst/>
          </a:prstGeom>
        </p:spPr>
      </p:pic>
      <p:pic>
        <p:nvPicPr>
          <p:cNvPr id="3" name="Imagen 2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85412804-E4B1-1B9C-32F1-37C512E72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423" y="3621860"/>
            <a:ext cx="841183" cy="487564"/>
          </a:xfrm>
          <a:prstGeom prst="rect">
            <a:avLst/>
          </a:prstGeom>
        </p:spPr>
      </p:pic>
      <p:pic>
        <p:nvPicPr>
          <p:cNvPr id="7" name="Imagen 6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1769182C-081F-8C88-A498-CA68AF953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978" y="4785524"/>
            <a:ext cx="605437" cy="460775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F0F23056-DAFD-63B1-04B0-599AC8D47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1280" y="4711900"/>
            <a:ext cx="3375447" cy="48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77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8397B-8958-DBAB-845E-DAE049DC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A3B67D9-1F8E-D00D-9EEF-1A92968AF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429699"/>
              </p:ext>
            </p:extLst>
          </p:nvPr>
        </p:nvGraphicFramePr>
        <p:xfrm>
          <a:off x="499247" y="155807"/>
          <a:ext cx="5660007" cy="7254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2540">
                  <a:extLst>
                    <a:ext uri="{9D8B030D-6E8A-4147-A177-3AD203B41FA5}">
                      <a16:colId xmlns:a16="http://schemas.microsoft.com/office/drawing/2014/main" val="471460895"/>
                    </a:ext>
                  </a:extLst>
                </a:gridCol>
                <a:gridCol w="2031543">
                  <a:extLst>
                    <a:ext uri="{9D8B030D-6E8A-4147-A177-3AD203B41FA5}">
                      <a16:colId xmlns:a16="http://schemas.microsoft.com/office/drawing/2014/main" val="3616837995"/>
                    </a:ext>
                  </a:extLst>
                </a:gridCol>
                <a:gridCol w="2105924">
                  <a:extLst>
                    <a:ext uri="{9D8B030D-6E8A-4147-A177-3AD203B41FA5}">
                      <a16:colId xmlns:a16="http://schemas.microsoft.com/office/drawing/2014/main" val="2794621272"/>
                    </a:ext>
                  </a:extLst>
                </a:gridCol>
              </a:tblGrid>
              <a:tr h="264796">
                <a:tc>
                  <a:txBody>
                    <a:bodyPr/>
                    <a:lstStyle/>
                    <a:p>
                      <a:r>
                        <a:rPr lang="es-ES" sz="1400" dirty="0"/>
                        <a:t>Función</a:t>
                      </a:r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1" algn="ctr"/>
                      <a:r>
                        <a:rPr lang="es-ES" sz="1400" dirty="0"/>
                        <a:t>Descripción</a:t>
                      </a:r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415085"/>
                  </a:ext>
                </a:extLst>
              </a:tr>
              <a:tr h="782956">
                <a:tc>
                  <a:txBody>
                    <a:bodyPr/>
                    <a:lstStyle/>
                    <a:p>
                      <a:r>
                        <a:rPr lang="es-ES" sz="1800" b="0" dirty="0"/>
                        <a:t>read_delim()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  <a:p>
                      <a:endParaRPr lang="es-ES" sz="1200" dirty="0"/>
                    </a:p>
                    <a:p>
                      <a:r>
                        <a:rPr lang="es-ES" sz="1200" dirty="0"/>
                        <a:t>Leer archivos</a:t>
                      </a:r>
                    </a:p>
                    <a:p>
                      <a:endParaRPr lang="es-ES" sz="1200" dirty="0"/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631108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lang="es-ES" sz="1800" b="0" dirty="0"/>
                        <a:t>rename()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/>
                        <a:t>Renombrar columna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771390"/>
                  </a:ext>
                </a:extLst>
              </a:tr>
              <a:tr h="689246">
                <a:tc>
                  <a:txBody>
                    <a:bodyPr/>
                    <a:lstStyle/>
                    <a:p>
                      <a:r>
                        <a:rPr lang="es-ES" sz="1800" b="0" dirty="0"/>
                        <a:t>slice()</a:t>
                      </a:r>
                    </a:p>
                    <a:p>
                      <a:r>
                        <a:rPr lang="es-ES" sz="1800" b="0" dirty="0"/>
                        <a:t>filter()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Filtrar por posición de la fila (slice) o por valores (filter)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858473"/>
                  </a:ext>
                </a:extLst>
              </a:tr>
              <a:tr h="600076">
                <a:tc>
                  <a:txBody>
                    <a:bodyPr/>
                    <a:lstStyle/>
                    <a:p>
                      <a:r>
                        <a:rPr lang="es-ES" sz="1800" b="0" dirty="0"/>
                        <a:t>select()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Extraer una serie de columnas en un nuevo set de datos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1819806"/>
                  </a:ext>
                </a:extLst>
              </a:tr>
              <a:tr h="529793">
                <a:tc>
                  <a:txBody>
                    <a:bodyPr/>
                    <a:lstStyle/>
                    <a:p>
                      <a:r>
                        <a:rPr lang="es-ES" sz="1800" b="0" dirty="0"/>
                        <a:t>mutate()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Crear una nueva columna de valores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598022"/>
                  </a:ext>
                </a:extLst>
              </a:tr>
              <a:tr h="1008151">
                <a:tc>
                  <a:txBody>
                    <a:bodyPr/>
                    <a:lstStyle/>
                    <a:p>
                      <a:r>
                        <a:rPr lang="es-ES" sz="1800" b="0" dirty="0"/>
                        <a:t>group_by()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dirty="0"/>
                        <a:t>summarise()</a:t>
                      </a:r>
                    </a:p>
                    <a:p>
                      <a:endParaRPr lang="es-ES" sz="1800" b="0" dirty="0"/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Hacer una nueva tabla, resumen de la original, a partir de los valores agrupados de una columna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840255"/>
                  </a:ext>
                </a:extLst>
              </a:tr>
              <a:tr h="1167604">
                <a:tc>
                  <a:txBody>
                    <a:bodyPr/>
                    <a:lstStyle/>
                    <a:p>
                      <a:r>
                        <a:rPr lang="es-ES" sz="1800" b="0" dirty="0"/>
                        <a:t>pivot_longer()</a:t>
                      </a:r>
                    </a:p>
                    <a:p>
                      <a:r>
                        <a:rPr lang="es-ES" sz="1800" b="0" dirty="0"/>
                        <a:t>pivot_wider()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Cambiar los datos de formato ancho a formato largo y viceversa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072967"/>
                  </a:ext>
                </a:extLst>
              </a:tr>
              <a:tr h="848699">
                <a:tc>
                  <a:txBody>
                    <a:bodyPr/>
                    <a:lstStyle/>
                    <a:p>
                      <a:r>
                        <a:rPr lang="es-ES" sz="1800" b="0" dirty="0"/>
                        <a:t>*_join()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Unir dos sets de datos con al menos un campo en común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580252"/>
                  </a:ext>
                </a:extLst>
              </a:tr>
              <a:tr h="848699">
                <a:tc>
                  <a:txBody>
                    <a:bodyPr/>
                    <a:lstStyle/>
                    <a:p>
                      <a:r>
                        <a:rPr lang="es-ES" sz="1800" b="0" dirty="0"/>
                        <a:t>write_delim()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Escribir set de datos en un archivo</a:t>
                      </a:r>
                    </a:p>
                  </a:txBody>
                  <a:tcPr marL="51435" marR="51435" marT="25718" marB="25718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  <a:p>
                      <a:endParaRPr lang="es-ES" sz="1000" dirty="0"/>
                    </a:p>
                  </a:txBody>
                  <a:tcPr marL="51435" marR="51435" marT="25718" marB="2571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218373"/>
                  </a:ext>
                </a:extLst>
              </a:tr>
            </a:tbl>
          </a:graphicData>
        </a:graphic>
      </p:graphicFrame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ABDEA536-FDD0-0AE1-4645-BB5D2A9B5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551" y="2508020"/>
            <a:ext cx="2044370" cy="292053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81870882-F5CF-C311-03F1-9E539F702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551" y="1795664"/>
            <a:ext cx="1949700" cy="321165"/>
          </a:xfrm>
          <a:prstGeom prst="rect">
            <a:avLst/>
          </a:prstGeom>
        </p:spPr>
      </p:pic>
      <p:pic>
        <p:nvPicPr>
          <p:cNvPr id="10" name="Imagen 9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DB8B82BA-35B8-23B4-6E93-01A4A69FF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2905" y="2115844"/>
            <a:ext cx="1459016" cy="259233"/>
          </a:xfrm>
          <a:prstGeom prst="rect">
            <a:avLst/>
          </a:prstGeom>
        </p:spPr>
      </p:pic>
      <p:pic>
        <p:nvPicPr>
          <p:cNvPr id="12" name="Imagen 11" descr="Texto&#10;&#10;El contenido generado por IA puede ser incorrecto.">
            <a:extLst>
              <a:ext uri="{FF2B5EF4-FFF2-40B4-BE49-F238E27FC236}">
                <a16:creationId xmlns:a16="http://schemas.microsoft.com/office/drawing/2014/main" id="{A3730137-91A7-B16B-8CAF-D8F165F55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7554" y="1363371"/>
            <a:ext cx="1991701" cy="271595"/>
          </a:xfrm>
          <a:prstGeom prst="rect">
            <a:avLst/>
          </a:prstGeom>
        </p:spPr>
      </p:pic>
      <p:pic>
        <p:nvPicPr>
          <p:cNvPr id="14" name="Imagen 13" descr="Texto&#10;&#10;El contenido generado por IA puede ser incorrecto.">
            <a:extLst>
              <a:ext uri="{FF2B5EF4-FFF2-40B4-BE49-F238E27FC236}">
                <a16:creationId xmlns:a16="http://schemas.microsoft.com/office/drawing/2014/main" id="{B44C1BAF-B231-1E18-551D-532EBA7D93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618" y="3054103"/>
            <a:ext cx="1949700" cy="29635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839A714-87CC-9273-C63A-F891EB14AF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7554" y="3598218"/>
            <a:ext cx="2062355" cy="831048"/>
          </a:xfrm>
          <a:prstGeom prst="rect">
            <a:avLst/>
          </a:prstGeom>
        </p:spPr>
      </p:pic>
      <p:pic>
        <p:nvPicPr>
          <p:cNvPr id="18" name="Imagen 17" descr="Texto&#10;&#10;El contenido generado por IA puede ser incorrecto.">
            <a:extLst>
              <a:ext uri="{FF2B5EF4-FFF2-40B4-BE49-F238E27FC236}">
                <a16:creationId xmlns:a16="http://schemas.microsoft.com/office/drawing/2014/main" id="{883405BA-2CAB-F1EB-CDA8-568F2B505A7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" r="69494" b="10622"/>
          <a:stretch>
            <a:fillRect/>
          </a:stretch>
        </p:blipFill>
        <p:spPr>
          <a:xfrm>
            <a:off x="4167551" y="485880"/>
            <a:ext cx="870306" cy="350611"/>
          </a:xfrm>
          <a:prstGeom prst="rect">
            <a:avLst/>
          </a:prstGeom>
        </p:spPr>
      </p:pic>
      <p:pic>
        <p:nvPicPr>
          <p:cNvPr id="20" name="Imagen 19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CA8A7DB-6147-EC19-4C87-11FC4D7C56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2802" y="6619783"/>
            <a:ext cx="963784" cy="530779"/>
          </a:xfrm>
          <a:prstGeom prst="rect">
            <a:avLst/>
          </a:prstGeom>
        </p:spPr>
      </p:pic>
      <p:pic>
        <p:nvPicPr>
          <p:cNvPr id="21" name="Imagen 20" descr="Texto&#10;&#10;El contenido generado por IA puede ser incorrecto.">
            <a:extLst>
              <a:ext uri="{FF2B5EF4-FFF2-40B4-BE49-F238E27FC236}">
                <a16:creationId xmlns:a16="http://schemas.microsoft.com/office/drawing/2014/main" id="{C5AEC1AC-056B-5F51-F5D3-1266AE75797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1636" b="20207"/>
          <a:stretch>
            <a:fillRect/>
          </a:stretch>
        </p:blipFill>
        <p:spPr>
          <a:xfrm>
            <a:off x="4167554" y="783864"/>
            <a:ext cx="1950395" cy="31301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9D90515-D561-E08C-7F12-EA274E3290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403" y="7081262"/>
            <a:ext cx="2044371" cy="138601"/>
          </a:xfrm>
          <a:prstGeom prst="rect">
            <a:avLst/>
          </a:prstGeom>
        </p:spPr>
      </p:pic>
      <p:pic>
        <p:nvPicPr>
          <p:cNvPr id="7" name="Imagen 6" descr="Gráfico, Gráfico en cascada&#10;&#10;El contenido generado por IA puede ser incorrecto.">
            <a:extLst>
              <a:ext uri="{FF2B5EF4-FFF2-40B4-BE49-F238E27FC236}">
                <a16:creationId xmlns:a16="http://schemas.microsoft.com/office/drawing/2014/main" id="{86969195-FEF4-6000-A9A6-35C3823B8A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9897" y="5818099"/>
            <a:ext cx="952507" cy="581029"/>
          </a:xfrm>
          <a:prstGeom prst="rect">
            <a:avLst/>
          </a:prstGeom>
        </p:spPr>
      </p:pic>
      <p:pic>
        <p:nvPicPr>
          <p:cNvPr id="11" name="Imagen 10" descr="Tabla&#10;&#10;El contenido generado por IA puede ser incorrecto.">
            <a:extLst>
              <a:ext uri="{FF2B5EF4-FFF2-40B4-BE49-F238E27FC236}">
                <a16:creationId xmlns:a16="http://schemas.microsoft.com/office/drawing/2014/main" id="{735C2BE3-E00C-7070-F746-1F56480BEA9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2208" b="20018"/>
          <a:stretch>
            <a:fillRect/>
          </a:stretch>
        </p:blipFill>
        <p:spPr>
          <a:xfrm>
            <a:off x="4188430" y="4766553"/>
            <a:ext cx="1721563" cy="621491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4333DC01-8F29-2F6F-B8F3-EA5FC9F89BF3}"/>
              </a:ext>
            </a:extLst>
          </p:cNvPr>
          <p:cNvCxnSpPr>
            <a:cxnSpLocks/>
          </p:cNvCxnSpPr>
          <p:nvPr/>
        </p:nvCxnSpPr>
        <p:spPr>
          <a:xfrm flipH="1">
            <a:off x="4923705" y="5013720"/>
            <a:ext cx="1741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Imagen 21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4DC5A7D4-5918-2A8A-8856-BF3FA52574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0564" y="4549803"/>
            <a:ext cx="1500119" cy="22389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695DC193-06A0-5191-2CA4-375E5455A8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8961" y="5380892"/>
            <a:ext cx="1271771" cy="168633"/>
          </a:xfrm>
          <a:prstGeom prst="rect">
            <a:avLst/>
          </a:prstGeom>
        </p:spPr>
      </p:pic>
      <p:pic>
        <p:nvPicPr>
          <p:cNvPr id="1026" name="Picture 2" descr="Read Rectangular Text Data • readr">
            <a:extLst>
              <a:ext uri="{FF2B5EF4-FFF2-40B4-BE49-F238E27FC236}">
                <a16:creationId xmlns:a16="http://schemas.microsoft.com/office/drawing/2014/main" id="{7A7BC1B0-E84F-A8A1-76ED-65AC9734F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589" y="7490190"/>
            <a:ext cx="399778" cy="46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plyr - Wikipedia">
            <a:extLst>
              <a:ext uri="{FF2B5EF4-FFF2-40B4-BE49-F238E27FC236}">
                <a16:creationId xmlns:a16="http://schemas.microsoft.com/office/drawing/2014/main" id="{F2E5D693-D79B-445E-11A6-500DB6EAE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577" y="7490190"/>
            <a:ext cx="399778" cy="46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idy Messy Data • tidyr">
            <a:extLst>
              <a:ext uri="{FF2B5EF4-FFF2-40B4-BE49-F238E27FC236}">
                <a16:creationId xmlns:a16="http://schemas.microsoft.com/office/drawing/2014/main" id="{7DA8407C-5666-E961-23F5-EC260F979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419" y="7490190"/>
            <a:ext cx="399412" cy="46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2327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</TotalTime>
  <Words>211</Words>
  <Application>Microsoft Office PowerPoint</Application>
  <PresentationFormat>A4 (210 x 297 mm)</PresentationFormat>
  <Paragraphs>76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Rodes Blanco Marina</dc:creator>
  <cp:lastModifiedBy>Rodes Blanco Marina</cp:lastModifiedBy>
  <cp:revision>2</cp:revision>
  <dcterms:created xsi:type="dcterms:W3CDTF">2026-01-11T12:50:19Z</dcterms:created>
  <dcterms:modified xsi:type="dcterms:W3CDTF">2026-01-12T07:29:23Z</dcterms:modified>
</cp:coreProperties>
</file>