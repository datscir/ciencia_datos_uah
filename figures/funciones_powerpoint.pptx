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FEE"/>
    <a:srgbClr val="C04F15"/>
    <a:srgbClr val="47D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74D16-12B9-C9BB-24CD-B98CA40C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E70210-0198-3F4C-7D9A-6E5B093F4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5E1A40-E85E-68D9-9505-F69E3B2E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52FB1-73C9-EFD2-CA90-70C9E05B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43F2FD-83CF-D563-490F-7B154573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C2E03-B999-53AD-6418-AF60874E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78D19-BF3A-DD4F-D4A5-52A1014F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9C23BF-449C-6D38-FBBA-80B6A181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FB4FA8-3E1E-D216-6A08-72C744DC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9BC52-6121-8A75-FBD4-4660D9AD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300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364DC-7E7D-A5C2-540F-AC2C2867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F14172-A1CA-DFFE-7BD5-72BDBBF5C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828EAF-9BB4-00C7-7203-8803AC64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B277C5-3926-EA99-C312-DD21D7BF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EC9D13-9007-F91E-751F-FE146568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41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AC9AA-A793-367D-853A-3DE5CE1E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2E723-0D13-ED4A-F853-2F28C2E21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723FB1-4D57-0428-380E-C59B8F2F1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0F5816-78A2-6C83-A5A2-B90E8381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A676A2-8D7E-F165-5779-160AEE65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F20EF-4F52-447C-6012-8C09B70E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96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D4C16-3DAE-CD2F-CF03-16C5E0D1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3E7110-7B5B-DEDD-7CEB-CAB0BFBEC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961BC4-FEE2-A21C-BCAD-995FC6D74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61AF77-66B8-E6EA-179C-BD0F35207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1668F02-13C8-040A-9ED4-9B6EEAF5D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59DA53E-52D7-47B4-25C6-76D52C1D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D725C7-C376-6795-D0C8-D2D44BF9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52C706-4652-086F-E298-B9A7E846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97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4D630-475A-DC4D-4D03-1F1D0080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A3FEE8-116F-18D5-9100-EA66B809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CE3DC9-5CA5-F220-A5A2-47EEBC02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B4C679-6510-ADD9-B85F-0F0312E8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708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CAC8A6-943D-6746-423E-09ED6E75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450595-A184-07B1-4243-71A96814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05C991-16A8-791E-418E-F01EAD63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94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CA5DC-86AE-AA24-4F5C-C288330E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3E22D-E444-8CE7-E504-BBC6DD13F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E2BA1C-0418-C983-4D73-0812C5F5D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D926C9-B911-D94E-AEEC-30F94A54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D6E1B-CD97-CE4E-8A20-B55E321A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C7A43E-EC82-13D1-9245-D21906D8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88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FEF9A-8012-ACBB-F2CC-9FB2D3BE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D36F9F-31E5-CABC-EACF-51776E6BE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D82F8D-55E2-805B-D4B5-D8D3CC22D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244E90-A87D-B50D-CA8C-6E79C232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65CFB4-D014-FFEF-B44F-34988895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D0E3F9-4B07-DD84-77DC-12DC654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160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5565B-7997-B60C-A747-49F951EA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254C2-648A-62C8-F8F2-A2319937C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B31866-95E5-C111-C022-1706BE01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056193-6A7C-FB88-99FA-EAF1FBFB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62F468-837E-CF4D-2BFB-3038E5B7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03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F6C29B-F0BC-8E10-75A5-EE589AB7D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DD97B2-2965-6547-5BE5-CB8FB13A7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DDCCF1-51FD-3AA2-9421-9EB6AB96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EF2AC-B752-D82B-BACC-FC6D842A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46E883-0A9A-8920-E3A7-9241284D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289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3DA6A6-24B7-452E-1473-337B6D9D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587F44-254C-38B1-5955-BE7F96B7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764FF-D977-0CB8-2CF8-3BD14A30F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36EAF-5D0D-412B-BD33-1EFCC98CBC57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F852B-F76F-28D8-E062-0D11D7508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46219A-AF97-F10E-A9B0-BEA0A9892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FBDD-9A0E-404C-B014-065D400FF6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96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699A1-B3AD-6691-7A5D-15D8B86A0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E27DFA-21EE-3DDF-E27F-65D938B63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07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195198-DC42-2091-B198-15285A48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71364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 err="1"/>
              <a:t>nombre_función</a:t>
            </a:r>
            <a:r>
              <a:rPr lang="es-ES" dirty="0"/>
              <a:t> &lt;-  función(argumento1, argumento2…){</a:t>
            </a:r>
          </a:p>
          <a:p>
            <a:pPr marL="0" indent="0">
              <a:buNone/>
            </a:pP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87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trella: 5 puntas 6">
            <a:extLst>
              <a:ext uri="{FF2B5EF4-FFF2-40B4-BE49-F238E27FC236}">
                <a16:creationId xmlns:a16="http://schemas.microsoft.com/office/drawing/2014/main" id="{F34F0A9B-F334-BA1A-3A3B-8A3441CB5A3F}"/>
              </a:ext>
            </a:extLst>
          </p:cNvPr>
          <p:cNvSpPr/>
          <p:nvPr/>
        </p:nvSpPr>
        <p:spPr>
          <a:xfrm>
            <a:off x="6360748" y="1122293"/>
            <a:ext cx="1946148" cy="1704093"/>
          </a:xfrm>
          <a:prstGeom prst="star5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2924C65-BD9E-FC1B-D546-925D800099AD}"/>
              </a:ext>
            </a:extLst>
          </p:cNvPr>
          <p:cNvSpPr/>
          <p:nvPr/>
        </p:nvSpPr>
        <p:spPr>
          <a:xfrm rot="1133784">
            <a:off x="3359544" y="321457"/>
            <a:ext cx="485581" cy="3141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CFCCD5F-B50C-39ED-FDBC-8F7A91CE1555}"/>
              </a:ext>
            </a:extLst>
          </p:cNvPr>
          <p:cNvSpPr/>
          <p:nvPr/>
        </p:nvSpPr>
        <p:spPr>
          <a:xfrm rot="2833401">
            <a:off x="3359543" y="787861"/>
            <a:ext cx="485581" cy="31419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5BF3E81E-0253-21C7-9E90-DEE2C9821486}"/>
              </a:ext>
            </a:extLst>
          </p:cNvPr>
          <p:cNvSpPr/>
          <p:nvPr/>
        </p:nvSpPr>
        <p:spPr>
          <a:xfrm>
            <a:off x="6688408" y="1456085"/>
            <a:ext cx="1280160" cy="1078992"/>
          </a:xfrm>
          <a:prstGeom prst="star5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 descr="Caja de embalaje abierta contorno">
            <a:extLst>
              <a:ext uri="{FF2B5EF4-FFF2-40B4-BE49-F238E27FC236}">
                <a16:creationId xmlns:a16="http://schemas.microsoft.com/office/drawing/2014/main" id="{59AD1BBA-EE41-9F9B-3ABF-D26D12341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4556" y="1303238"/>
            <a:ext cx="2502360" cy="25023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7F682B2-8D25-8FB6-93BA-233CC3226DAE}"/>
              </a:ext>
            </a:extLst>
          </p:cNvPr>
          <p:cNvSpPr txBox="1"/>
          <p:nvPr/>
        </p:nvSpPr>
        <p:spPr>
          <a:xfrm>
            <a:off x="1291420" y="344725"/>
            <a:ext cx="2039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Valores de entrada</a:t>
            </a:r>
          </a:p>
          <a:p>
            <a:pPr algn="ctr"/>
            <a:r>
              <a:rPr lang="es-ES" dirty="0"/>
              <a:t>(input)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32DF1A-BEFA-D171-35F1-7AD23620C4C4}"/>
              </a:ext>
            </a:extLst>
          </p:cNvPr>
          <p:cNvSpPr txBox="1"/>
          <p:nvPr/>
        </p:nvSpPr>
        <p:spPr>
          <a:xfrm>
            <a:off x="6615103" y="2865660"/>
            <a:ext cx="1765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Valor de retorno</a:t>
            </a:r>
          </a:p>
          <a:p>
            <a:pPr algn="ctr"/>
            <a:r>
              <a:rPr lang="es-ES" dirty="0"/>
              <a:t>(output)</a:t>
            </a:r>
          </a:p>
        </p:txBody>
      </p:sp>
      <p:sp>
        <p:nvSpPr>
          <p:cNvPr id="14" name="Arco 13">
            <a:extLst>
              <a:ext uri="{FF2B5EF4-FFF2-40B4-BE49-F238E27FC236}">
                <a16:creationId xmlns:a16="http://schemas.microsoft.com/office/drawing/2014/main" id="{DE2088F7-A315-87A6-BE0A-DFB7A12DB1BF}"/>
              </a:ext>
            </a:extLst>
          </p:cNvPr>
          <p:cNvSpPr/>
          <p:nvPr/>
        </p:nvSpPr>
        <p:spPr>
          <a:xfrm>
            <a:off x="3303132" y="717039"/>
            <a:ext cx="1442604" cy="2275460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98983C3E-A62E-7AE9-5F66-2A26152C9539}"/>
              </a:ext>
            </a:extLst>
          </p:cNvPr>
          <p:cNvSpPr/>
          <p:nvPr/>
        </p:nvSpPr>
        <p:spPr>
          <a:xfrm flipV="1">
            <a:off x="4257644" y="1384620"/>
            <a:ext cx="2430764" cy="2166646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9A3D8D-BB7D-B50A-8499-0D1F5C949F15}"/>
              </a:ext>
            </a:extLst>
          </p:cNvPr>
          <p:cNvSpPr txBox="1"/>
          <p:nvPr/>
        </p:nvSpPr>
        <p:spPr>
          <a:xfrm rot="1851658">
            <a:off x="3742695" y="3279648"/>
            <a:ext cx="102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Función</a:t>
            </a:r>
          </a:p>
        </p:txBody>
      </p:sp>
    </p:spTree>
    <p:extLst>
      <p:ext uri="{BB962C8B-B14F-4D97-AF65-F5344CB8AC3E}">
        <p14:creationId xmlns:p14="http://schemas.microsoft.com/office/powerpoint/2010/main" val="417484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E9DA-166A-099F-3AB7-B6407AB9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trella: 5 puntas 6">
            <a:extLst>
              <a:ext uri="{FF2B5EF4-FFF2-40B4-BE49-F238E27FC236}">
                <a16:creationId xmlns:a16="http://schemas.microsoft.com/office/drawing/2014/main" id="{FC6FE615-5C40-C195-F610-8C47B44EEE8D}"/>
              </a:ext>
            </a:extLst>
          </p:cNvPr>
          <p:cNvSpPr/>
          <p:nvPr/>
        </p:nvSpPr>
        <p:spPr>
          <a:xfrm>
            <a:off x="3318448" y="1184143"/>
            <a:ext cx="1346970" cy="1179438"/>
          </a:xfrm>
          <a:prstGeom prst="star5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D5E5674-1A16-09BC-84C5-805573551AC8}"/>
              </a:ext>
            </a:extLst>
          </p:cNvPr>
          <p:cNvSpPr/>
          <p:nvPr/>
        </p:nvSpPr>
        <p:spPr>
          <a:xfrm rot="1133784">
            <a:off x="780731" y="323613"/>
            <a:ext cx="336080" cy="217462"/>
          </a:xfrm>
          <a:prstGeom prst="round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0025CCE-7918-D3A3-74F1-F985A44ECB73}"/>
              </a:ext>
            </a:extLst>
          </p:cNvPr>
          <p:cNvSpPr/>
          <p:nvPr/>
        </p:nvSpPr>
        <p:spPr>
          <a:xfrm rot="2833401">
            <a:off x="780729" y="790017"/>
            <a:ext cx="336080" cy="217462"/>
          </a:xfrm>
          <a:prstGeom prst="roundRect">
            <a:avLst/>
          </a:prstGeom>
          <a:solidFill>
            <a:srgbClr val="47D4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0C53BF21-BB32-0F6F-465E-DAF90B08EF22}"/>
              </a:ext>
            </a:extLst>
          </p:cNvPr>
          <p:cNvSpPr/>
          <p:nvPr/>
        </p:nvSpPr>
        <p:spPr>
          <a:xfrm>
            <a:off x="3543586" y="1421706"/>
            <a:ext cx="886026" cy="746794"/>
          </a:xfrm>
          <a:prstGeom prst="star5">
            <a:avLst/>
          </a:prstGeom>
          <a:solidFill>
            <a:srgbClr val="47D4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 descr="Caja de embalaje abierta contorno">
            <a:extLst>
              <a:ext uri="{FF2B5EF4-FFF2-40B4-BE49-F238E27FC236}">
                <a16:creationId xmlns:a16="http://schemas.microsoft.com/office/drawing/2014/main" id="{330C1263-9DA2-7DD2-144D-DCE110CD9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136" y="1322690"/>
            <a:ext cx="1731936" cy="1731936"/>
          </a:xfrm>
          <a:prstGeom prst="rect">
            <a:avLst/>
          </a:prstGeom>
        </p:spPr>
      </p:pic>
      <p:sp>
        <p:nvSpPr>
          <p:cNvPr id="14" name="Arco 13">
            <a:extLst>
              <a:ext uri="{FF2B5EF4-FFF2-40B4-BE49-F238E27FC236}">
                <a16:creationId xmlns:a16="http://schemas.microsoft.com/office/drawing/2014/main" id="{DCD56B92-1D70-40A1-D375-A7C730399C48}"/>
              </a:ext>
            </a:extLst>
          </p:cNvPr>
          <p:cNvSpPr/>
          <p:nvPr/>
        </p:nvSpPr>
        <p:spPr>
          <a:xfrm>
            <a:off x="754574" y="701562"/>
            <a:ext cx="998456" cy="1574894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DC3FC0BC-7C5B-B279-361D-F9BE07216DCA}"/>
              </a:ext>
            </a:extLst>
          </p:cNvPr>
          <p:cNvSpPr/>
          <p:nvPr/>
        </p:nvSpPr>
        <p:spPr>
          <a:xfrm flipV="1">
            <a:off x="1861202" y="1352392"/>
            <a:ext cx="1682384" cy="1499582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F00614A2-02BA-CFE1-528B-687FB21399E0}"/>
              </a:ext>
            </a:extLst>
          </p:cNvPr>
          <p:cNvSpPr/>
          <p:nvPr/>
        </p:nvSpPr>
        <p:spPr>
          <a:xfrm>
            <a:off x="7672878" y="1292099"/>
            <a:ext cx="1346970" cy="1179438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CC1F77D-9C58-4B76-7264-A6A46D58C93E}"/>
              </a:ext>
            </a:extLst>
          </p:cNvPr>
          <p:cNvSpPr/>
          <p:nvPr/>
        </p:nvSpPr>
        <p:spPr>
          <a:xfrm rot="1133784">
            <a:off x="5135161" y="431569"/>
            <a:ext cx="336080" cy="21746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325E7C9-132D-59BD-28D1-17C1AE91A740}"/>
              </a:ext>
            </a:extLst>
          </p:cNvPr>
          <p:cNvSpPr/>
          <p:nvPr/>
        </p:nvSpPr>
        <p:spPr>
          <a:xfrm rot="2833401">
            <a:off x="5135159" y="897973"/>
            <a:ext cx="336080" cy="2174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strella: 5 puntas 11">
            <a:extLst>
              <a:ext uri="{FF2B5EF4-FFF2-40B4-BE49-F238E27FC236}">
                <a16:creationId xmlns:a16="http://schemas.microsoft.com/office/drawing/2014/main" id="{F7124E42-376B-0E70-135B-ECE9C9F53079}"/>
              </a:ext>
            </a:extLst>
          </p:cNvPr>
          <p:cNvSpPr/>
          <p:nvPr/>
        </p:nvSpPr>
        <p:spPr>
          <a:xfrm>
            <a:off x="7898016" y="1529662"/>
            <a:ext cx="886026" cy="746794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Gráfico 12" descr="Caja de embalaje abierta contorno">
            <a:extLst>
              <a:ext uri="{FF2B5EF4-FFF2-40B4-BE49-F238E27FC236}">
                <a16:creationId xmlns:a16="http://schemas.microsoft.com/office/drawing/2014/main" id="{F647BB6D-013B-E7C5-8BC2-80C23BB20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3566" y="1430646"/>
            <a:ext cx="1731936" cy="1731936"/>
          </a:xfrm>
          <a:prstGeom prst="rect">
            <a:avLst/>
          </a:prstGeom>
        </p:spPr>
      </p:pic>
      <p:sp>
        <p:nvSpPr>
          <p:cNvPr id="17" name="Arco 16">
            <a:extLst>
              <a:ext uri="{FF2B5EF4-FFF2-40B4-BE49-F238E27FC236}">
                <a16:creationId xmlns:a16="http://schemas.microsoft.com/office/drawing/2014/main" id="{40CD4000-1912-4B4F-FA7F-BC5509FF9C00}"/>
              </a:ext>
            </a:extLst>
          </p:cNvPr>
          <p:cNvSpPr/>
          <p:nvPr/>
        </p:nvSpPr>
        <p:spPr>
          <a:xfrm>
            <a:off x="5109004" y="809518"/>
            <a:ext cx="998456" cy="1574894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Arco 17">
            <a:extLst>
              <a:ext uri="{FF2B5EF4-FFF2-40B4-BE49-F238E27FC236}">
                <a16:creationId xmlns:a16="http://schemas.microsoft.com/office/drawing/2014/main" id="{05FDE946-9384-0C8E-1122-6E96D7B7E809}"/>
              </a:ext>
            </a:extLst>
          </p:cNvPr>
          <p:cNvSpPr/>
          <p:nvPr/>
        </p:nvSpPr>
        <p:spPr>
          <a:xfrm flipV="1">
            <a:off x="6215632" y="1460348"/>
            <a:ext cx="1682384" cy="1499582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DB598531-F757-11A2-38E4-56DACF8D0199}"/>
              </a:ext>
            </a:extLst>
          </p:cNvPr>
          <p:cNvSpPr/>
          <p:nvPr/>
        </p:nvSpPr>
        <p:spPr>
          <a:xfrm>
            <a:off x="3082642" y="4201280"/>
            <a:ext cx="1346970" cy="1179438"/>
          </a:xfrm>
          <a:prstGeom prst="star5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F06AA27-A483-F825-CA5B-A2184A19F5BE}"/>
              </a:ext>
            </a:extLst>
          </p:cNvPr>
          <p:cNvSpPr/>
          <p:nvPr/>
        </p:nvSpPr>
        <p:spPr>
          <a:xfrm rot="1133784">
            <a:off x="544925" y="3340750"/>
            <a:ext cx="336080" cy="2174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19DCC08-7A77-4AA3-A459-F80478262859}"/>
              </a:ext>
            </a:extLst>
          </p:cNvPr>
          <p:cNvSpPr/>
          <p:nvPr/>
        </p:nvSpPr>
        <p:spPr>
          <a:xfrm rot="2833401">
            <a:off x="544923" y="3807154"/>
            <a:ext cx="336080" cy="21746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strella: 5 puntas 28">
            <a:extLst>
              <a:ext uri="{FF2B5EF4-FFF2-40B4-BE49-F238E27FC236}">
                <a16:creationId xmlns:a16="http://schemas.microsoft.com/office/drawing/2014/main" id="{27439228-F038-FF2D-B980-38AAF067B7EF}"/>
              </a:ext>
            </a:extLst>
          </p:cNvPr>
          <p:cNvSpPr/>
          <p:nvPr/>
        </p:nvSpPr>
        <p:spPr>
          <a:xfrm>
            <a:off x="3307780" y="4438843"/>
            <a:ext cx="886026" cy="7467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0" name="Gráfico 29" descr="Caja de embalaje abierta contorno">
            <a:extLst>
              <a:ext uri="{FF2B5EF4-FFF2-40B4-BE49-F238E27FC236}">
                <a16:creationId xmlns:a16="http://schemas.microsoft.com/office/drawing/2014/main" id="{51CBA4B8-CBA1-F5DF-920A-C39DA28D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330" y="4339827"/>
            <a:ext cx="1731936" cy="1731936"/>
          </a:xfrm>
          <a:prstGeom prst="rect">
            <a:avLst/>
          </a:prstGeom>
        </p:spPr>
      </p:pic>
      <p:sp>
        <p:nvSpPr>
          <p:cNvPr id="31" name="Arco 30">
            <a:extLst>
              <a:ext uri="{FF2B5EF4-FFF2-40B4-BE49-F238E27FC236}">
                <a16:creationId xmlns:a16="http://schemas.microsoft.com/office/drawing/2014/main" id="{1414B2E0-75CC-2C16-EFCF-6BC5C455AF2F}"/>
              </a:ext>
            </a:extLst>
          </p:cNvPr>
          <p:cNvSpPr/>
          <p:nvPr/>
        </p:nvSpPr>
        <p:spPr>
          <a:xfrm>
            <a:off x="518768" y="3718699"/>
            <a:ext cx="998456" cy="1574894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Arco 31">
            <a:extLst>
              <a:ext uri="{FF2B5EF4-FFF2-40B4-BE49-F238E27FC236}">
                <a16:creationId xmlns:a16="http://schemas.microsoft.com/office/drawing/2014/main" id="{142E1E98-A9EB-58E2-7546-037E8B17A0E1}"/>
              </a:ext>
            </a:extLst>
          </p:cNvPr>
          <p:cNvSpPr/>
          <p:nvPr/>
        </p:nvSpPr>
        <p:spPr>
          <a:xfrm flipV="1">
            <a:off x="1625396" y="4369529"/>
            <a:ext cx="1682384" cy="1499582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2807B939-D678-6490-F1C9-71B4530E7D43}"/>
              </a:ext>
            </a:extLst>
          </p:cNvPr>
          <p:cNvSpPr/>
          <p:nvPr/>
        </p:nvSpPr>
        <p:spPr>
          <a:xfrm>
            <a:off x="7672878" y="4150915"/>
            <a:ext cx="1346970" cy="1179438"/>
          </a:xfrm>
          <a:prstGeom prst="star5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B55744BF-B8CB-69B3-A78F-F035CD0234B8}"/>
              </a:ext>
            </a:extLst>
          </p:cNvPr>
          <p:cNvSpPr/>
          <p:nvPr/>
        </p:nvSpPr>
        <p:spPr>
          <a:xfrm rot="1133784">
            <a:off x="5135161" y="3290385"/>
            <a:ext cx="336080" cy="217462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90123BF1-394B-4F6B-E7BD-148A24CF75D9}"/>
              </a:ext>
            </a:extLst>
          </p:cNvPr>
          <p:cNvSpPr/>
          <p:nvPr/>
        </p:nvSpPr>
        <p:spPr>
          <a:xfrm rot="2833401">
            <a:off x="5135159" y="3756789"/>
            <a:ext cx="336080" cy="217462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strella: 5 puntas 35">
            <a:extLst>
              <a:ext uri="{FF2B5EF4-FFF2-40B4-BE49-F238E27FC236}">
                <a16:creationId xmlns:a16="http://schemas.microsoft.com/office/drawing/2014/main" id="{08720826-EF5F-917F-0784-EE8F6C40DFBA}"/>
              </a:ext>
            </a:extLst>
          </p:cNvPr>
          <p:cNvSpPr/>
          <p:nvPr/>
        </p:nvSpPr>
        <p:spPr>
          <a:xfrm>
            <a:off x="7898016" y="4388478"/>
            <a:ext cx="886026" cy="746794"/>
          </a:xfrm>
          <a:prstGeom prst="star5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7" name="Gráfico 36" descr="Caja de embalaje abierta contorno">
            <a:extLst>
              <a:ext uri="{FF2B5EF4-FFF2-40B4-BE49-F238E27FC236}">
                <a16:creationId xmlns:a16="http://schemas.microsoft.com/office/drawing/2014/main" id="{3E07C13A-D911-F935-FD42-E5FC92BD2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3566" y="4289462"/>
            <a:ext cx="1731936" cy="1731936"/>
          </a:xfrm>
          <a:prstGeom prst="rect">
            <a:avLst/>
          </a:prstGeom>
        </p:spPr>
      </p:pic>
      <p:sp>
        <p:nvSpPr>
          <p:cNvPr id="38" name="Arco 37">
            <a:extLst>
              <a:ext uri="{FF2B5EF4-FFF2-40B4-BE49-F238E27FC236}">
                <a16:creationId xmlns:a16="http://schemas.microsoft.com/office/drawing/2014/main" id="{C5D2B740-02AC-E301-3572-3BF88175AEDE}"/>
              </a:ext>
            </a:extLst>
          </p:cNvPr>
          <p:cNvSpPr/>
          <p:nvPr/>
        </p:nvSpPr>
        <p:spPr>
          <a:xfrm>
            <a:off x="5109004" y="3668334"/>
            <a:ext cx="998456" cy="1574894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7C19F2B5-ACDA-70EA-A5AE-7FE5D6306670}"/>
              </a:ext>
            </a:extLst>
          </p:cNvPr>
          <p:cNvSpPr/>
          <p:nvPr/>
        </p:nvSpPr>
        <p:spPr>
          <a:xfrm flipV="1">
            <a:off x="6215632" y="4319164"/>
            <a:ext cx="1682384" cy="1499582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48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704031-0222-8C91-DA2F-16C822BCF344}"/>
              </a:ext>
            </a:extLst>
          </p:cNvPr>
          <p:cNvSpPr txBox="1"/>
          <p:nvPr/>
        </p:nvSpPr>
        <p:spPr>
          <a:xfrm>
            <a:off x="1079770" y="1206230"/>
            <a:ext cx="7655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crear_estrella_bicolor &lt;- function (color1, color2) {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Colorear 			de color 1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Colorear 			 	de color 2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Superponer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}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91FBE8-FD82-B028-FEE6-A4B48CA26E53}"/>
              </a:ext>
            </a:extLst>
          </p:cNvPr>
          <p:cNvSpPr/>
          <p:nvPr/>
        </p:nvSpPr>
        <p:spPr>
          <a:xfrm rot="1133784">
            <a:off x="780731" y="323613"/>
            <a:ext cx="336080" cy="217462"/>
          </a:xfrm>
          <a:prstGeom prst="round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7518CF1-697C-60BA-AE92-46A2BA55F973}"/>
              </a:ext>
            </a:extLst>
          </p:cNvPr>
          <p:cNvSpPr/>
          <p:nvPr/>
        </p:nvSpPr>
        <p:spPr>
          <a:xfrm rot="2833401">
            <a:off x="780729" y="790017"/>
            <a:ext cx="336080" cy="217462"/>
          </a:xfrm>
          <a:prstGeom prst="roundRect">
            <a:avLst/>
          </a:prstGeom>
          <a:solidFill>
            <a:srgbClr val="47D4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68D98764-0FF7-AF47-9C2A-8CB25A6CFD0C}"/>
              </a:ext>
            </a:extLst>
          </p:cNvPr>
          <p:cNvSpPr/>
          <p:nvPr/>
        </p:nvSpPr>
        <p:spPr>
          <a:xfrm>
            <a:off x="5539495" y="1441600"/>
            <a:ext cx="1346970" cy="1179438"/>
          </a:xfrm>
          <a:prstGeom prst="star5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5CC2D722-C285-B97F-24D3-4A3BC1BCC1F6}"/>
              </a:ext>
            </a:extLst>
          </p:cNvPr>
          <p:cNvSpPr/>
          <p:nvPr/>
        </p:nvSpPr>
        <p:spPr>
          <a:xfrm>
            <a:off x="6000439" y="2682206"/>
            <a:ext cx="886026" cy="746794"/>
          </a:xfrm>
          <a:prstGeom prst="star5">
            <a:avLst/>
          </a:prstGeom>
          <a:solidFill>
            <a:srgbClr val="47D4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42C53504-4E06-E5C9-DF74-E158431C5302}"/>
              </a:ext>
            </a:extLst>
          </p:cNvPr>
          <p:cNvSpPr/>
          <p:nvPr/>
        </p:nvSpPr>
        <p:spPr>
          <a:xfrm>
            <a:off x="2343552" y="1563022"/>
            <a:ext cx="1346970" cy="1179438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BFE272D4-AB4F-5036-D407-471B883DF1BB}"/>
              </a:ext>
            </a:extLst>
          </p:cNvPr>
          <p:cNvSpPr/>
          <p:nvPr/>
        </p:nvSpPr>
        <p:spPr>
          <a:xfrm>
            <a:off x="3357237" y="2741800"/>
            <a:ext cx="886026" cy="746794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strella: 5 puntas 11">
            <a:extLst>
              <a:ext uri="{FF2B5EF4-FFF2-40B4-BE49-F238E27FC236}">
                <a16:creationId xmlns:a16="http://schemas.microsoft.com/office/drawing/2014/main" id="{EA7C35FB-FE04-9BFA-23E3-967DBE6E5679}"/>
              </a:ext>
            </a:extLst>
          </p:cNvPr>
          <p:cNvSpPr/>
          <p:nvPr/>
        </p:nvSpPr>
        <p:spPr>
          <a:xfrm>
            <a:off x="2514220" y="3604352"/>
            <a:ext cx="1346970" cy="1179438"/>
          </a:xfrm>
          <a:prstGeom prst="star5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13B0E761-1445-B788-AE25-A60B6DD3FE5B}"/>
              </a:ext>
            </a:extLst>
          </p:cNvPr>
          <p:cNvSpPr/>
          <p:nvPr/>
        </p:nvSpPr>
        <p:spPr>
          <a:xfrm>
            <a:off x="2744692" y="3820674"/>
            <a:ext cx="886026" cy="746794"/>
          </a:xfrm>
          <a:prstGeom prst="star5">
            <a:avLst/>
          </a:prstGeom>
          <a:solidFill>
            <a:srgbClr val="47D4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71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FB91-069D-3E76-929F-829B7D0B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2801331-CE3A-24FE-D00B-2F5EEE246FEB}"/>
              </a:ext>
            </a:extLst>
          </p:cNvPr>
          <p:cNvSpPr txBox="1"/>
          <p:nvPr/>
        </p:nvSpPr>
        <p:spPr>
          <a:xfrm>
            <a:off x="1321987" y="1123934"/>
            <a:ext cx="86768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crear_estrella_bicolor  &lt;-  function</a:t>
            </a:r>
            <a:r>
              <a:rPr lang="es-ES" dirty="0"/>
              <a:t> </a:t>
            </a:r>
            <a:r>
              <a:rPr lang="es-E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(color_1, color_2) </a:t>
            </a:r>
            <a:r>
              <a:rPr lang="es-ES" sz="2800" dirty="0"/>
              <a:t>{</a:t>
            </a:r>
          </a:p>
          <a:p>
            <a:endParaRPr lang="es-ES" dirty="0"/>
          </a:p>
          <a:p>
            <a:r>
              <a:rPr lang="es-ES" dirty="0"/>
              <a:t>	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		        +   color 1  =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			 	</a:t>
            </a:r>
          </a:p>
          <a:p>
            <a:r>
              <a:rPr lang="es-ES" dirty="0"/>
              <a:t>		       +    color 2    =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		      + 	             =</a:t>
            </a:r>
          </a:p>
          <a:p>
            <a:endParaRPr lang="es-ES" dirty="0"/>
          </a:p>
          <a:p>
            <a:r>
              <a:rPr lang="es-ES" sz="3200" dirty="0"/>
              <a:t>}</a:t>
            </a:r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1D392885-4945-5256-4D4F-C25B56A98BFE}"/>
              </a:ext>
            </a:extLst>
          </p:cNvPr>
          <p:cNvSpPr/>
          <p:nvPr/>
        </p:nvSpPr>
        <p:spPr>
          <a:xfrm>
            <a:off x="5062421" y="1946410"/>
            <a:ext cx="1346970" cy="1179438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42E8500A-9F39-F864-986B-8DF1AB5DA1ED}"/>
              </a:ext>
            </a:extLst>
          </p:cNvPr>
          <p:cNvSpPr/>
          <p:nvPr/>
        </p:nvSpPr>
        <p:spPr>
          <a:xfrm>
            <a:off x="5292893" y="3278182"/>
            <a:ext cx="886026" cy="746794"/>
          </a:xfrm>
          <a:prstGeom prst="star5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F4AEA57D-24DF-CE09-B877-86C4CE5553A8}"/>
              </a:ext>
            </a:extLst>
          </p:cNvPr>
          <p:cNvSpPr/>
          <p:nvPr/>
        </p:nvSpPr>
        <p:spPr>
          <a:xfrm>
            <a:off x="1962663" y="1946410"/>
            <a:ext cx="1346970" cy="1179438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9A9FA066-C972-35AE-FEB0-3A98EBDA2ED0}"/>
              </a:ext>
            </a:extLst>
          </p:cNvPr>
          <p:cNvSpPr/>
          <p:nvPr/>
        </p:nvSpPr>
        <p:spPr>
          <a:xfrm>
            <a:off x="2193135" y="3278182"/>
            <a:ext cx="886026" cy="746794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strella: 5 puntas 11">
            <a:extLst>
              <a:ext uri="{FF2B5EF4-FFF2-40B4-BE49-F238E27FC236}">
                <a16:creationId xmlns:a16="http://schemas.microsoft.com/office/drawing/2014/main" id="{2E5036F5-F4B9-B810-165C-162843977AD8}"/>
              </a:ext>
            </a:extLst>
          </p:cNvPr>
          <p:cNvSpPr/>
          <p:nvPr/>
        </p:nvSpPr>
        <p:spPr>
          <a:xfrm>
            <a:off x="5062421" y="4253254"/>
            <a:ext cx="1346970" cy="1179438"/>
          </a:xfrm>
          <a:prstGeom prst="star5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A9045013-C24E-0827-7A47-FD9C291CA05A}"/>
              </a:ext>
            </a:extLst>
          </p:cNvPr>
          <p:cNvSpPr/>
          <p:nvPr/>
        </p:nvSpPr>
        <p:spPr>
          <a:xfrm>
            <a:off x="5292893" y="4487864"/>
            <a:ext cx="886026" cy="746794"/>
          </a:xfrm>
          <a:prstGeom prst="star5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7DE207A9-7A68-0EC4-143C-5BD2C13E429F}"/>
              </a:ext>
            </a:extLst>
          </p:cNvPr>
          <p:cNvSpPr/>
          <p:nvPr/>
        </p:nvSpPr>
        <p:spPr>
          <a:xfrm>
            <a:off x="1962663" y="4324591"/>
            <a:ext cx="1346970" cy="1179438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9574067A-95AC-766A-13EC-05E75885F924}"/>
              </a:ext>
            </a:extLst>
          </p:cNvPr>
          <p:cNvSpPr/>
          <p:nvPr/>
        </p:nvSpPr>
        <p:spPr>
          <a:xfrm>
            <a:off x="3807470" y="4557888"/>
            <a:ext cx="886026" cy="746794"/>
          </a:xfrm>
          <a:prstGeom prst="star5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BC5F05-310B-362B-0197-2D85F7F842EB}"/>
              </a:ext>
            </a:extLst>
          </p:cNvPr>
          <p:cNvSpPr txBox="1"/>
          <p:nvPr/>
        </p:nvSpPr>
        <p:spPr>
          <a:xfrm>
            <a:off x="1710606" y="673610"/>
            <a:ext cx="1851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>
                <a:solidFill>
                  <a:srgbClr val="0070C0"/>
                </a:solidFill>
              </a:rPr>
              <a:t>Nombre de la función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A13FF7D-EA36-3D47-A6AD-0FDEE4446E1B}"/>
              </a:ext>
            </a:extLst>
          </p:cNvPr>
          <p:cNvSpPr txBox="1"/>
          <p:nvPr/>
        </p:nvSpPr>
        <p:spPr>
          <a:xfrm>
            <a:off x="4794080" y="402680"/>
            <a:ext cx="144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0070C0"/>
                </a:solidFill>
              </a:rPr>
              <a:t>Función para crear la función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C81DC0E-E929-8350-A18A-9A42B77CC5A8}"/>
              </a:ext>
            </a:extLst>
          </p:cNvPr>
          <p:cNvSpPr txBox="1"/>
          <p:nvPr/>
        </p:nvSpPr>
        <p:spPr>
          <a:xfrm>
            <a:off x="6812655" y="848812"/>
            <a:ext cx="144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0070C0"/>
                </a:solidFill>
              </a:rPr>
              <a:t>argumentos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B9BC8C1-F00F-5407-EEAA-D3BC57844DAF}"/>
              </a:ext>
            </a:extLst>
          </p:cNvPr>
          <p:cNvSpPr txBox="1"/>
          <p:nvPr/>
        </p:nvSpPr>
        <p:spPr>
          <a:xfrm>
            <a:off x="7028023" y="3501756"/>
            <a:ext cx="144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0070C0"/>
                </a:solidFill>
              </a:rPr>
              <a:t>Cuerpo de la función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2C8F665E-AEDA-B5C4-E899-CE2665C0E54A}"/>
              </a:ext>
            </a:extLst>
          </p:cNvPr>
          <p:cNvSpPr/>
          <p:nvPr/>
        </p:nvSpPr>
        <p:spPr>
          <a:xfrm>
            <a:off x="6614790" y="1946410"/>
            <a:ext cx="347472" cy="3787656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68E900-3961-14F7-37A0-5378EC09867C}"/>
              </a:ext>
            </a:extLst>
          </p:cNvPr>
          <p:cNvSpPr txBox="1"/>
          <p:nvPr/>
        </p:nvSpPr>
        <p:spPr>
          <a:xfrm>
            <a:off x="7306056" y="4834579"/>
            <a:ext cx="144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0070C0"/>
                </a:solidFill>
              </a:rPr>
              <a:t>Valor de retorno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3479205-600B-0532-66C4-B612C2A68F42}"/>
              </a:ext>
            </a:extLst>
          </p:cNvPr>
          <p:cNvCxnSpPr>
            <a:cxnSpLocks/>
          </p:cNvCxnSpPr>
          <p:nvPr/>
        </p:nvCxnSpPr>
        <p:spPr>
          <a:xfrm>
            <a:off x="6450539" y="4988468"/>
            <a:ext cx="773221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FC13163-9F7E-D87C-7433-E751AE924756}"/>
              </a:ext>
            </a:extLst>
          </p:cNvPr>
          <p:cNvCxnSpPr>
            <a:cxnSpLocks/>
          </p:cNvCxnSpPr>
          <p:nvPr/>
        </p:nvCxnSpPr>
        <p:spPr>
          <a:xfrm>
            <a:off x="5406778" y="963040"/>
            <a:ext cx="0" cy="33405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B4060F3-AAFB-0199-B7F8-E988A7112748}"/>
              </a:ext>
            </a:extLst>
          </p:cNvPr>
          <p:cNvCxnSpPr>
            <a:cxnSpLocks/>
          </p:cNvCxnSpPr>
          <p:nvPr/>
        </p:nvCxnSpPr>
        <p:spPr>
          <a:xfrm>
            <a:off x="2636148" y="995788"/>
            <a:ext cx="0" cy="33405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C9C1CAF1-3284-4FDE-F57D-BF2C7A5A34FD}"/>
              </a:ext>
            </a:extLst>
          </p:cNvPr>
          <p:cNvSpPr/>
          <p:nvPr/>
        </p:nvSpPr>
        <p:spPr>
          <a:xfrm rot="16200000">
            <a:off x="7374555" y="121098"/>
            <a:ext cx="175483" cy="2169817"/>
          </a:xfrm>
          <a:prstGeom prst="righ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90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A40C-30F8-CA2A-C21A-1E302103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trella: 5 puntas 6">
            <a:extLst>
              <a:ext uri="{FF2B5EF4-FFF2-40B4-BE49-F238E27FC236}">
                <a16:creationId xmlns:a16="http://schemas.microsoft.com/office/drawing/2014/main" id="{C06E312B-28C1-BEB7-C4B3-5DFB2CEFF37A}"/>
              </a:ext>
            </a:extLst>
          </p:cNvPr>
          <p:cNvSpPr/>
          <p:nvPr/>
        </p:nvSpPr>
        <p:spPr>
          <a:xfrm>
            <a:off x="6534866" y="2008142"/>
            <a:ext cx="1346970" cy="1179438"/>
          </a:xfrm>
          <a:prstGeom prst="star5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309AFB5-1B9A-EC31-2BF5-CEEB4458B2EE}"/>
              </a:ext>
            </a:extLst>
          </p:cNvPr>
          <p:cNvSpPr/>
          <p:nvPr/>
        </p:nvSpPr>
        <p:spPr>
          <a:xfrm rot="1133784">
            <a:off x="3359544" y="321457"/>
            <a:ext cx="485581" cy="31419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B6A8187-872E-F85E-0722-81CB42917B0C}"/>
              </a:ext>
            </a:extLst>
          </p:cNvPr>
          <p:cNvSpPr/>
          <p:nvPr/>
        </p:nvSpPr>
        <p:spPr>
          <a:xfrm rot="2833401">
            <a:off x="3359543" y="787861"/>
            <a:ext cx="485581" cy="31419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8AF72379-1C95-7169-CE04-BAAF6B398B3D}"/>
              </a:ext>
            </a:extLst>
          </p:cNvPr>
          <p:cNvSpPr/>
          <p:nvPr/>
        </p:nvSpPr>
        <p:spPr>
          <a:xfrm>
            <a:off x="6760004" y="2245705"/>
            <a:ext cx="886026" cy="746794"/>
          </a:xfrm>
          <a:prstGeom prst="star5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 descr="Caja de embalaje abierta contorno">
            <a:extLst>
              <a:ext uri="{FF2B5EF4-FFF2-40B4-BE49-F238E27FC236}">
                <a16:creationId xmlns:a16="http://schemas.microsoft.com/office/drawing/2014/main" id="{B13E4FB8-83B0-5831-A8E4-661F313C6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4556" y="1303238"/>
            <a:ext cx="2502360" cy="2502360"/>
          </a:xfrm>
          <a:prstGeom prst="rect">
            <a:avLst/>
          </a:prstGeom>
        </p:spPr>
      </p:pic>
      <p:sp>
        <p:nvSpPr>
          <p:cNvPr id="14" name="Arco 13">
            <a:extLst>
              <a:ext uri="{FF2B5EF4-FFF2-40B4-BE49-F238E27FC236}">
                <a16:creationId xmlns:a16="http://schemas.microsoft.com/office/drawing/2014/main" id="{E2E0E0CF-BE3B-7238-4C1B-A7B0D0A4596F}"/>
              </a:ext>
            </a:extLst>
          </p:cNvPr>
          <p:cNvSpPr/>
          <p:nvPr/>
        </p:nvSpPr>
        <p:spPr>
          <a:xfrm>
            <a:off x="3303132" y="717039"/>
            <a:ext cx="1442604" cy="2275460"/>
          </a:xfrm>
          <a:prstGeom prst="arc">
            <a:avLst>
              <a:gd name="adj1" fmla="val 16200000"/>
              <a:gd name="adj2" fmla="val 20830854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EEF86AA0-B101-E15A-62A1-DB1223455A77}"/>
              </a:ext>
            </a:extLst>
          </p:cNvPr>
          <p:cNvSpPr/>
          <p:nvPr/>
        </p:nvSpPr>
        <p:spPr>
          <a:xfrm flipV="1">
            <a:off x="4257644" y="1384620"/>
            <a:ext cx="2430764" cy="2166646"/>
          </a:xfrm>
          <a:prstGeom prst="arc">
            <a:avLst>
              <a:gd name="adj1" fmla="val 15645997"/>
              <a:gd name="adj2" fmla="val 2015788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5080B55-D166-2986-22A6-C17E8534EAD3}"/>
              </a:ext>
            </a:extLst>
          </p:cNvPr>
          <p:cNvSpPr/>
          <p:nvPr/>
        </p:nvSpPr>
        <p:spPr>
          <a:xfrm rot="1133784">
            <a:off x="2346842" y="241319"/>
            <a:ext cx="485581" cy="314199"/>
          </a:xfrm>
          <a:prstGeom prst="round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8FFAB6F-23E0-D383-1B00-68C38D82B94C}"/>
              </a:ext>
            </a:extLst>
          </p:cNvPr>
          <p:cNvSpPr/>
          <p:nvPr/>
        </p:nvSpPr>
        <p:spPr>
          <a:xfrm rot="2833401">
            <a:off x="2346841" y="707723"/>
            <a:ext cx="485581" cy="31419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FE53DD2-ED1A-C9DE-8618-19C93646455A}"/>
              </a:ext>
            </a:extLst>
          </p:cNvPr>
          <p:cNvSpPr/>
          <p:nvPr/>
        </p:nvSpPr>
        <p:spPr>
          <a:xfrm rot="1133784">
            <a:off x="1703662" y="226099"/>
            <a:ext cx="485581" cy="3141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9505641-0AF7-4E33-919D-F1F7B7080CAE}"/>
              </a:ext>
            </a:extLst>
          </p:cNvPr>
          <p:cNvSpPr/>
          <p:nvPr/>
        </p:nvSpPr>
        <p:spPr>
          <a:xfrm rot="2833401">
            <a:off x="1703661" y="692503"/>
            <a:ext cx="485581" cy="314199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133B2DA-92B2-C761-66DF-72E6BC9419AC}"/>
              </a:ext>
            </a:extLst>
          </p:cNvPr>
          <p:cNvSpPr/>
          <p:nvPr/>
        </p:nvSpPr>
        <p:spPr>
          <a:xfrm rot="1133784">
            <a:off x="1040718" y="195558"/>
            <a:ext cx="485581" cy="3141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2692DC5-B459-265C-2B80-3132EA59C056}"/>
              </a:ext>
            </a:extLst>
          </p:cNvPr>
          <p:cNvSpPr/>
          <p:nvPr/>
        </p:nvSpPr>
        <p:spPr>
          <a:xfrm rot="2833401">
            <a:off x="1040717" y="661962"/>
            <a:ext cx="485581" cy="31419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1F4BE8A-E80C-0D2D-0679-E2B17C21EBB2}"/>
              </a:ext>
            </a:extLst>
          </p:cNvPr>
          <p:cNvSpPr txBox="1"/>
          <p:nvPr/>
        </p:nvSpPr>
        <p:spPr>
          <a:xfrm>
            <a:off x="2898648" y="506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…</a:t>
            </a:r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275F05E2-BC3E-53DF-9073-8D1DB5CCC97F}"/>
              </a:ext>
            </a:extLst>
          </p:cNvPr>
          <p:cNvSpPr/>
          <p:nvPr/>
        </p:nvSpPr>
        <p:spPr>
          <a:xfrm>
            <a:off x="7953432" y="2008142"/>
            <a:ext cx="1346970" cy="1179438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61758E12-A873-9646-A9EB-1AEDCC2DE483}"/>
              </a:ext>
            </a:extLst>
          </p:cNvPr>
          <p:cNvSpPr/>
          <p:nvPr/>
        </p:nvSpPr>
        <p:spPr>
          <a:xfrm>
            <a:off x="8178570" y="2245705"/>
            <a:ext cx="886026" cy="74679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1F137A9C-9668-A023-A0D2-7FB088D6B10F}"/>
              </a:ext>
            </a:extLst>
          </p:cNvPr>
          <p:cNvSpPr/>
          <p:nvPr/>
        </p:nvSpPr>
        <p:spPr>
          <a:xfrm>
            <a:off x="9371998" y="2008142"/>
            <a:ext cx="1346970" cy="1179438"/>
          </a:xfrm>
          <a:prstGeom prst="star5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06206510-3BC6-DFE8-F07E-238A3892D396}"/>
              </a:ext>
            </a:extLst>
          </p:cNvPr>
          <p:cNvSpPr/>
          <p:nvPr/>
        </p:nvSpPr>
        <p:spPr>
          <a:xfrm>
            <a:off x="9597136" y="2245705"/>
            <a:ext cx="886026" cy="746794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17CB3DDA-442A-FC39-9207-9AAEA022AA37}"/>
              </a:ext>
            </a:extLst>
          </p:cNvPr>
          <p:cNvSpPr/>
          <p:nvPr/>
        </p:nvSpPr>
        <p:spPr>
          <a:xfrm>
            <a:off x="10845030" y="2008142"/>
            <a:ext cx="1346970" cy="1179438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strella: 5 puntas 26">
            <a:extLst>
              <a:ext uri="{FF2B5EF4-FFF2-40B4-BE49-F238E27FC236}">
                <a16:creationId xmlns:a16="http://schemas.microsoft.com/office/drawing/2014/main" id="{A815AD56-BAAE-C4AB-A382-31E20A1F1899}"/>
              </a:ext>
            </a:extLst>
          </p:cNvPr>
          <p:cNvSpPr/>
          <p:nvPr/>
        </p:nvSpPr>
        <p:spPr>
          <a:xfrm>
            <a:off x="11070168" y="2245705"/>
            <a:ext cx="886026" cy="746794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1ACB2CB-0CD8-F922-826E-1CF7E1CF55CC}"/>
              </a:ext>
            </a:extLst>
          </p:cNvPr>
          <p:cNvSpPr txBox="1"/>
          <p:nvPr/>
        </p:nvSpPr>
        <p:spPr>
          <a:xfrm>
            <a:off x="10616156" y="28038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…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813244F-AEB2-70BC-B88C-67E5475680AD}"/>
              </a:ext>
            </a:extLst>
          </p:cNvPr>
          <p:cNvSpPr txBox="1"/>
          <p:nvPr/>
        </p:nvSpPr>
        <p:spPr>
          <a:xfrm rot="19640527">
            <a:off x="6621039" y="1569144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Iteración 1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02DDA05-2344-6AF6-3459-B631F4C5D7FF}"/>
              </a:ext>
            </a:extLst>
          </p:cNvPr>
          <p:cNvSpPr txBox="1"/>
          <p:nvPr/>
        </p:nvSpPr>
        <p:spPr>
          <a:xfrm rot="19640527">
            <a:off x="8086783" y="1481475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Iteración 2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651B5E7-58B7-544A-9E8A-69CA1B6FCD54}"/>
              </a:ext>
            </a:extLst>
          </p:cNvPr>
          <p:cNvSpPr txBox="1"/>
          <p:nvPr/>
        </p:nvSpPr>
        <p:spPr>
          <a:xfrm rot="19640527">
            <a:off x="9445404" y="1569145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Iteración 3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23FC827-3EFC-2AAC-6F8D-AFBD4AF01168}"/>
              </a:ext>
            </a:extLst>
          </p:cNvPr>
          <p:cNvSpPr txBox="1"/>
          <p:nvPr/>
        </p:nvSpPr>
        <p:spPr>
          <a:xfrm rot="19640527">
            <a:off x="10889952" y="160672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Iteración n</a:t>
            </a:r>
          </a:p>
        </p:txBody>
      </p:sp>
    </p:spTree>
    <p:extLst>
      <p:ext uri="{BB962C8B-B14F-4D97-AF65-F5344CB8AC3E}">
        <p14:creationId xmlns:p14="http://schemas.microsoft.com/office/powerpoint/2010/main" val="1226028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130</Words>
  <Application>Microsoft Office PowerPoint</Application>
  <PresentationFormat>Panorámica</PresentationFormat>
  <Paragraphs>47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Cascadia Mono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Rodes Blanco Marina</dc:creator>
  <cp:lastModifiedBy>Rodes Blanco Marina</cp:lastModifiedBy>
  <cp:revision>1</cp:revision>
  <dcterms:created xsi:type="dcterms:W3CDTF">2026-01-07T09:19:22Z</dcterms:created>
  <dcterms:modified xsi:type="dcterms:W3CDTF">2026-01-07T13:02:14Z</dcterms:modified>
</cp:coreProperties>
</file>