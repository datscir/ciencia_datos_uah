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AB35E2-C5C4-43BE-8777-663A6B8C6982}" v="20" dt="2026-01-11T18:13:12.9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96" d="100"/>
          <a:sy n="96" d="100"/>
        </p:scale>
        <p:origin x="783" y="-3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es Blanco Marina" userId="504ae263-8a08-4aa2-8850-a56660022c36" providerId="ADAL" clId="{E80D64F7-B34B-465F-90A1-9D85E0DAAB7A}"/>
    <pc:docChg chg="undo custSel modSld">
      <pc:chgData name="Rodes Blanco Marina" userId="504ae263-8a08-4aa2-8850-a56660022c36" providerId="ADAL" clId="{E80D64F7-B34B-465F-90A1-9D85E0DAAB7A}" dt="2026-01-11T18:13:22.655" v="770" actId="20577"/>
      <pc:docMkLst>
        <pc:docMk/>
      </pc:docMkLst>
      <pc:sldChg chg="addSp modSp mod">
        <pc:chgData name="Rodes Blanco Marina" userId="504ae263-8a08-4aa2-8850-a56660022c36" providerId="ADAL" clId="{E80D64F7-B34B-465F-90A1-9D85E0DAAB7A}" dt="2026-01-11T18:13:22.655" v="770" actId="20577"/>
        <pc:sldMkLst>
          <pc:docMk/>
          <pc:sldMk cId="3469232705" sldId="259"/>
        </pc:sldMkLst>
        <pc:graphicFrameChg chg="mod modGraphic">
          <ac:chgData name="Rodes Blanco Marina" userId="504ae263-8a08-4aa2-8850-a56660022c36" providerId="ADAL" clId="{E80D64F7-B34B-465F-90A1-9D85E0DAAB7A}" dt="2026-01-11T18:13:22.655" v="770" actId="20577"/>
          <ac:graphicFrameMkLst>
            <pc:docMk/>
            <pc:sldMk cId="3469232705" sldId="259"/>
            <ac:graphicFrameMk id="4" creationId="{0A3B67D9-1F8E-D00D-9EEF-1A92968AFAC0}"/>
          </ac:graphicFrameMkLst>
        </pc:graphicFrameChg>
        <pc:picChg chg="add mod">
          <ac:chgData name="Rodes Blanco Marina" userId="504ae263-8a08-4aa2-8850-a56660022c36" providerId="ADAL" clId="{E80D64F7-B34B-465F-90A1-9D85E0DAAB7A}" dt="2026-01-11T18:12:36.443" v="764" actId="552"/>
          <ac:picMkLst>
            <pc:docMk/>
            <pc:sldMk cId="3469232705" sldId="259"/>
            <ac:picMk id="3" creationId="{D9D90515-D561-E08C-7F12-EA274E329081}"/>
          </ac:picMkLst>
        </pc:picChg>
        <pc:picChg chg="mod">
          <ac:chgData name="Rodes Blanco Marina" userId="504ae263-8a08-4aa2-8850-a56660022c36" providerId="ADAL" clId="{E80D64F7-B34B-465F-90A1-9D85E0DAAB7A}" dt="2026-01-11T17:53:02.093" v="3" actId="552"/>
          <ac:picMkLst>
            <pc:docMk/>
            <pc:sldMk cId="3469232705" sldId="259"/>
            <ac:picMk id="5" creationId="{81870882-F5CF-C311-03F1-9E539F7027DB}"/>
          </ac:picMkLst>
        </pc:picChg>
        <pc:picChg chg="add mod">
          <ac:chgData name="Rodes Blanco Marina" userId="504ae263-8a08-4aa2-8850-a56660022c36" providerId="ADAL" clId="{E80D64F7-B34B-465F-90A1-9D85E0DAAB7A}" dt="2026-01-11T18:12:35.522" v="763" actId="1036"/>
          <ac:picMkLst>
            <pc:docMk/>
            <pc:sldMk cId="3469232705" sldId="259"/>
            <ac:picMk id="7" creationId="{86969195-FEF4-6000-A9A6-35C3823B8AF8}"/>
          </ac:picMkLst>
        </pc:picChg>
        <pc:picChg chg="mod">
          <ac:chgData name="Rodes Blanco Marina" userId="504ae263-8a08-4aa2-8850-a56660022c36" providerId="ADAL" clId="{E80D64F7-B34B-465F-90A1-9D85E0DAAB7A}" dt="2026-01-11T18:12:36.443" v="764" actId="552"/>
          <ac:picMkLst>
            <pc:docMk/>
            <pc:sldMk cId="3469232705" sldId="259"/>
            <ac:picMk id="9" creationId="{ABDEA536-FDD0-0AE1-4645-BB5D2A9B5C04}"/>
          </ac:picMkLst>
        </pc:picChg>
        <pc:picChg chg="add mod modCrop">
          <ac:chgData name="Rodes Blanco Marina" userId="504ae263-8a08-4aa2-8850-a56660022c36" providerId="ADAL" clId="{E80D64F7-B34B-465F-90A1-9D85E0DAAB7A}" dt="2026-01-11T18:12:36.443" v="764" actId="552"/>
          <ac:picMkLst>
            <pc:docMk/>
            <pc:sldMk cId="3469232705" sldId="259"/>
            <ac:picMk id="11" creationId="{735C2BE3-E00C-7070-F746-1F56480BEA90}"/>
          </ac:picMkLst>
        </pc:picChg>
        <pc:picChg chg="mod">
          <ac:chgData name="Rodes Blanco Marina" userId="504ae263-8a08-4aa2-8850-a56660022c36" providerId="ADAL" clId="{E80D64F7-B34B-465F-90A1-9D85E0DAAB7A}" dt="2026-01-11T18:12:36.443" v="764" actId="552"/>
          <ac:picMkLst>
            <pc:docMk/>
            <pc:sldMk cId="3469232705" sldId="259"/>
            <ac:picMk id="12" creationId="{A3730137-91A7-B16B-8CAF-D8F165F55206}"/>
          </ac:picMkLst>
        </pc:picChg>
        <pc:picChg chg="mod">
          <ac:chgData name="Rodes Blanco Marina" userId="504ae263-8a08-4aa2-8850-a56660022c36" providerId="ADAL" clId="{E80D64F7-B34B-465F-90A1-9D85E0DAAB7A}" dt="2026-01-11T18:12:36.443" v="764" actId="552"/>
          <ac:picMkLst>
            <pc:docMk/>
            <pc:sldMk cId="3469232705" sldId="259"/>
            <ac:picMk id="14" creationId="{B44C1BAF-B231-1E18-551D-532EBA7D93A8}"/>
          </ac:picMkLst>
        </pc:picChg>
        <pc:picChg chg="mod">
          <ac:chgData name="Rodes Blanco Marina" userId="504ae263-8a08-4aa2-8850-a56660022c36" providerId="ADAL" clId="{E80D64F7-B34B-465F-90A1-9D85E0DAAB7A}" dt="2026-01-11T18:12:36.443" v="764" actId="552"/>
          <ac:picMkLst>
            <pc:docMk/>
            <pc:sldMk cId="3469232705" sldId="259"/>
            <ac:picMk id="16" creationId="{C839A714-87CC-9273-C63A-F891EB14AF30}"/>
          </ac:picMkLst>
        </pc:picChg>
        <pc:picChg chg="mod">
          <ac:chgData name="Rodes Blanco Marina" userId="504ae263-8a08-4aa2-8850-a56660022c36" providerId="ADAL" clId="{E80D64F7-B34B-465F-90A1-9D85E0DAAB7A}" dt="2026-01-11T18:12:36.443" v="764" actId="552"/>
          <ac:picMkLst>
            <pc:docMk/>
            <pc:sldMk cId="3469232705" sldId="259"/>
            <ac:picMk id="18" creationId="{883405BA-2CAB-F1EB-CDA8-568F2B505A74}"/>
          </ac:picMkLst>
        </pc:picChg>
        <pc:picChg chg="mod">
          <ac:chgData name="Rodes Blanco Marina" userId="504ae263-8a08-4aa2-8850-a56660022c36" providerId="ADAL" clId="{E80D64F7-B34B-465F-90A1-9D85E0DAAB7A}" dt="2026-01-11T18:10:01.230" v="497" actId="1035"/>
          <ac:picMkLst>
            <pc:docMk/>
            <pc:sldMk cId="3469232705" sldId="259"/>
            <ac:picMk id="20" creationId="{CCA8A7DB-6147-EC19-4C87-11FC4D7C56D0}"/>
          </ac:picMkLst>
        </pc:picChg>
        <pc:picChg chg="mod">
          <ac:chgData name="Rodes Blanco Marina" userId="504ae263-8a08-4aa2-8850-a56660022c36" providerId="ADAL" clId="{E80D64F7-B34B-465F-90A1-9D85E0DAAB7A}" dt="2026-01-11T18:12:36.443" v="764" actId="552"/>
          <ac:picMkLst>
            <pc:docMk/>
            <pc:sldMk cId="3469232705" sldId="259"/>
            <ac:picMk id="21" creationId="{C5AEC1AC-056B-5F51-F5D3-1266AE757970}"/>
          </ac:picMkLst>
        </pc:picChg>
        <pc:picChg chg="add mod">
          <ac:chgData name="Rodes Blanco Marina" userId="504ae263-8a08-4aa2-8850-a56660022c36" providerId="ADAL" clId="{E80D64F7-B34B-465F-90A1-9D85E0DAAB7A}" dt="2026-01-11T18:12:36.443" v="764" actId="552"/>
          <ac:picMkLst>
            <pc:docMk/>
            <pc:sldMk cId="3469232705" sldId="259"/>
            <ac:picMk id="22" creationId="{4DC5A7D4-5918-2A8A-8856-BF3FA52574A6}"/>
          </ac:picMkLst>
        </pc:picChg>
        <pc:picChg chg="add mod">
          <ac:chgData name="Rodes Blanco Marina" userId="504ae263-8a08-4aa2-8850-a56660022c36" providerId="ADAL" clId="{E80D64F7-B34B-465F-90A1-9D85E0DAAB7A}" dt="2026-01-11T18:12:36.443" v="764" actId="552"/>
          <ac:picMkLst>
            <pc:docMk/>
            <pc:sldMk cId="3469232705" sldId="259"/>
            <ac:picMk id="24" creationId="{695DC193-06A0-5191-2CA4-375E5455A893}"/>
          </ac:picMkLst>
        </pc:picChg>
        <pc:cxnChg chg="add mod">
          <ac:chgData name="Rodes Blanco Marina" userId="504ae263-8a08-4aa2-8850-a56660022c36" providerId="ADAL" clId="{E80D64F7-B34B-465F-90A1-9D85E0DAAB7A}" dt="2026-01-11T18:12:34.931" v="762" actId="1076"/>
          <ac:cxnSpMkLst>
            <pc:docMk/>
            <pc:sldMk cId="3469232705" sldId="259"/>
            <ac:cxnSpMk id="15" creationId="{4333DC01-8F29-2F6F-B8F3-EA5FC9F89BF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11/01/2026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2562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11/01/2026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0747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11/01/2026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4755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11/01/2026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1120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11/01/2026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15697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11/01/2026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878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11/01/2026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9997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11/01/2026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12861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11/01/2026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1305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11/01/2026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4051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11/01/2026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5742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CEFBE8-179B-43F5-8399-C44CC5E4E049}" type="datetimeFigureOut">
              <a:rPr lang="es-ES" smtClean="0"/>
              <a:t>11/01/2026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6607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9E1E1-334B-9A39-423C-FD77B34DCE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A23CF1-6DA6-5C93-5BE4-0D9E740D4E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8706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56B36E9-6295-E030-EECE-D40BF9ACD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405375"/>
              </p:ext>
            </p:extLst>
          </p:nvPr>
        </p:nvGraphicFramePr>
        <p:xfrm>
          <a:off x="1143001" y="3428999"/>
          <a:ext cx="4572000" cy="2528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7146089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61683799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94621272"/>
                    </a:ext>
                  </a:extLst>
                </a:gridCol>
              </a:tblGrid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Función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s-ES" sz="600" dirty="0"/>
                        <a:t>Paquete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230415085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read_delim()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s-ES" sz="600" dirty="0"/>
                        <a:t>read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472631108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rename()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990771390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slice()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787858473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filter()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405628760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select()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651819806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mutate()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826598022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group_by()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858840255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summarise()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56133392"/>
                  </a:ext>
                </a:extLst>
              </a:tr>
              <a:tr h="225100">
                <a:tc>
                  <a:txBody>
                    <a:bodyPr/>
                    <a:lstStyle/>
                    <a:p>
                      <a:r>
                        <a:rPr lang="es-ES" sz="600" dirty="0"/>
                        <a:t>pivot_longer()</a:t>
                      </a:r>
                    </a:p>
                    <a:p>
                      <a:r>
                        <a:rPr lang="es-ES" sz="600" dirty="0"/>
                        <a:t>pivot_wider()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691072967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*_join()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707580252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write_delim()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049218373"/>
                  </a:ext>
                </a:extLst>
              </a:tr>
            </a:tbl>
          </a:graphicData>
        </a:graphic>
      </p:graphicFrame>
      <p:pic>
        <p:nvPicPr>
          <p:cNvPr id="6" name="Imagen 5" descr="Gráfico&#10;&#10;El contenido generado por IA puede ser incorrecto.">
            <a:extLst>
              <a:ext uri="{FF2B5EF4-FFF2-40B4-BE49-F238E27FC236}">
                <a16:creationId xmlns:a16="http://schemas.microsoft.com/office/drawing/2014/main" id="{7DAF698D-8503-666E-F9B1-576B2952C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014" y="4631529"/>
            <a:ext cx="867972" cy="64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39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EEA2-E9E9-32C4-9579-55734791D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851C3F8-B2B4-BAAF-D2B8-9C6EB9F3A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247039"/>
              </p:ext>
            </p:extLst>
          </p:nvPr>
        </p:nvGraphicFramePr>
        <p:xfrm>
          <a:off x="1143001" y="3130940"/>
          <a:ext cx="4572000" cy="3004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7146089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61683799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94621272"/>
                    </a:ext>
                  </a:extLst>
                </a:gridCol>
              </a:tblGrid>
              <a:tr h="232534">
                <a:tc>
                  <a:txBody>
                    <a:bodyPr/>
                    <a:lstStyle/>
                    <a:p>
                      <a:r>
                        <a:rPr lang="es-ES" sz="600" dirty="0"/>
                        <a:t>Función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600" dirty="0"/>
                        <a:t>Paquete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415085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600" dirty="0"/>
                        <a:t>read_delim()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631108"/>
                  </a:ext>
                </a:extLst>
              </a:tr>
              <a:tr h="311932">
                <a:tc>
                  <a:txBody>
                    <a:bodyPr/>
                    <a:lstStyle/>
                    <a:p>
                      <a:r>
                        <a:rPr lang="es-ES" sz="600" dirty="0"/>
                        <a:t>rename()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600" dirty="0"/>
                        <a:t>Renombrar columna</a:t>
                      </a:r>
                    </a:p>
                    <a:p>
                      <a:endParaRPr lang="es-ES" sz="600" dirty="0"/>
                    </a:p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771390"/>
                  </a:ext>
                </a:extLst>
              </a:tr>
              <a:tr h="398764">
                <a:tc>
                  <a:txBody>
                    <a:bodyPr/>
                    <a:lstStyle/>
                    <a:p>
                      <a:r>
                        <a:rPr lang="es-ES" sz="600" dirty="0"/>
                        <a:t>slice()</a:t>
                      </a:r>
                    </a:p>
                    <a:p>
                      <a:r>
                        <a:rPr lang="es-ES" sz="600" dirty="0"/>
                        <a:t>filter()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600" dirty="0"/>
                        <a:t>Filtrar por posición (slice) o por valor (filter)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  <a:p>
                      <a:endParaRPr lang="es-ES" sz="600" dirty="0"/>
                    </a:p>
                    <a:p>
                      <a:endParaRPr lang="es-ES" sz="600" dirty="0"/>
                    </a:p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858473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600" dirty="0"/>
                        <a:t>select()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819806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600" dirty="0"/>
                        <a:t>mutate()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598022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600" dirty="0"/>
                        <a:t>group_by()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840255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600" dirty="0"/>
                        <a:t>summarise()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33392"/>
                  </a:ext>
                </a:extLst>
              </a:tr>
              <a:tr h="401360">
                <a:tc>
                  <a:txBody>
                    <a:bodyPr/>
                    <a:lstStyle/>
                    <a:p>
                      <a:r>
                        <a:rPr lang="es-ES" sz="600" dirty="0"/>
                        <a:t>pivot_longer()</a:t>
                      </a:r>
                    </a:p>
                    <a:p>
                      <a:r>
                        <a:rPr lang="es-ES" sz="600" dirty="0"/>
                        <a:t>pivot_wider()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072967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600" dirty="0"/>
                        <a:t>*_join()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580252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600" dirty="0"/>
                        <a:t>write_delim()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218373"/>
                  </a:ext>
                </a:extLst>
              </a:tr>
            </a:tbl>
          </a:graphicData>
        </a:graphic>
      </p:graphicFrame>
      <p:pic>
        <p:nvPicPr>
          <p:cNvPr id="6" name="Imagen 5" descr="Gráfico&#10;&#10;El contenido generado por IA puede ser incorrecto.">
            <a:extLst>
              <a:ext uri="{FF2B5EF4-FFF2-40B4-BE49-F238E27FC236}">
                <a16:creationId xmlns:a16="http://schemas.microsoft.com/office/drawing/2014/main" id="{8FD18287-4E32-8947-B864-F8BC61BDE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420" y="4109424"/>
            <a:ext cx="867972" cy="642942"/>
          </a:xfrm>
          <a:prstGeom prst="rect">
            <a:avLst/>
          </a:prstGeom>
        </p:spPr>
      </p:pic>
      <p:pic>
        <p:nvPicPr>
          <p:cNvPr id="3" name="Imagen 2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85412804-E4B1-1B9C-32F1-37C512E72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420" y="3621860"/>
            <a:ext cx="841183" cy="487564"/>
          </a:xfrm>
          <a:prstGeom prst="rect">
            <a:avLst/>
          </a:prstGeom>
        </p:spPr>
      </p:pic>
      <p:pic>
        <p:nvPicPr>
          <p:cNvPr id="7" name="Imagen 6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1769182C-081F-8C88-A498-CA68AF953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976" y="4785521"/>
            <a:ext cx="605437" cy="460775"/>
          </a:xfrm>
          <a:prstGeom prst="rect">
            <a:avLst/>
          </a:prstGeo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F0F23056-DAFD-63B1-04B0-599AC8D47D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1277" y="4711897"/>
            <a:ext cx="3375447" cy="48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777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8397B-8958-DBAB-845E-DAE049DC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A3B67D9-1F8E-D00D-9EEF-1A92968AF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54600"/>
              </p:ext>
            </p:extLst>
          </p:nvPr>
        </p:nvGraphicFramePr>
        <p:xfrm>
          <a:off x="499246" y="155806"/>
          <a:ext cx="5660007" cy="7050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540">
                  <a:extLst>
                    <a:ext uri="{9D8B030D-6E8A-4147-A177-3AD203B41FA5}">
                      <a16:colId xmlns:a16="http://schemas.microsoft.com/office/drawing/2014/main" val="471460895"/>
                    </a:ext>
                  </a:extLst>
                </a:gridCol>
                <a:gridCol w="2031543">
                  <a:extLst>
                    <a:ext uri="{9D8B030D-6E8A-4147-A177-3AD203B41FA5}">
                      <a16:colId xmlns:a16="http://schemas.microsoft.com/office/drawing/2014/main" val="3616837995"/>
                    </a:ext>
                  </a:extLst>
                </a:gridCol>
                <a:gridCol w="2105924">
                  <a:extLst>
                    <a:ext uri="{9D8B030D-6E8A-4147-A177-3AD203B41FA5}">
                      <a16:colId xmlns:a16="http://schemas.microsoft.com/office/drawing/2014/main" val="2794621272"/>
                    </a:ext>
                  </a:extLst>
                </a:gridCol>
              </a:tblGrid>
              <a:tr h="232534">
                <a:tc>
                  <a:txBody>
                    <a:bodyPr/>
                    <a:lstStyle/>
                    <a:p>
                      <a:r>
                        <a:rPr lang="es-ES" sz="1400" dirty="0"/>
                        <a:t>Función</a:t>
                      </a:r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1" algn="ctr"/>
                      <a:r>
                        <a:rPr lang="es-ES" sz="1400" dirty="0"/>
                        <a:t>Descripción</a:t>
                      </a:r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415085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1800" b="0" dirty="0"/>
                        <a:t>read_delim()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  <a:p>
                      <a:endParaRPr lang="es-ES" sz="1200" dirty="0"/>
                    </a:p>
                    <a:p>
                      <a:r>
                        <a:rPr lang="es-ES" sz="1200" dirty="0"/>
                        <a:t>Leer archivos</a:t>
                      </a:r>
                    </a:p>
                    <a:p>
                      <a:endParaRPr lang="es-ES" sz="1200" dirty="0"/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631108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s-ES" sz="1800" b="0" dirty="0"/>
                        <a:t>rename()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/>
                        <a:t>Renombrar columna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771390"/>
                  </a:ext>
                </a:extLst>
              </a:tr>
              <a:tr h="668655">
                <a:tc>
                  <a:txBody>
                    <a:bodyPr/>
                    <a:lstStyle/>
                    <a:p>
                      <a:r>
                        <a:rPr lang="es-ES" sz="1800" b="0" dirty="0"/>
                        <a:t>slice()</a:t>
                      </a:r>
                    </a:p>
                    <a:p>
                      <a:r>
                        <a:rPr lang="es-ES" sz="1800" b="0" dirty="0"/>
                        <a:t>filter()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Filtrar por posición de la fila (slice) o por valores (filter)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858473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r>
                        <a:rPr lang="es-ES" sz="1800" b="0" dirty="0"/>
                        <a:t>select()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Extraer una serie de columnas en un nuevo set de datos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819806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r>
                        <a:rPr lang="es-ES" sz="1800" b="0" dirty="0"/>
                        <a:t>mutate()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Crear una nueva columna de valores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59802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s-ES" sz="1800" b="0" dirty="0"/>
                        <a:t>group_by()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dirty="0"/>
                        <a:t>summarise()</a:t>
                      </a:r>
                    </a:p>
                    <a:p>
                      <a:endParaRPr lang="es-ES" sz="1800" b="0" dirty="0"/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Hacer una nueva tabla, resumen de la original, a partir de los valores agrupados de una columna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840255"/>
                  </a:ext>
                </a:extLst>
              </a:tr>
              <a:tr h="401360">
                <a:tc>
                  <a:txBody>
                    <a:bodyPr/>
                    <a:lstStyle/>
                    <a:p>
                      <a:r>
                        <a:rPr lang="es-ES" sz="1800" b="0" dirty="0"/>
                        <a:t>pivot_longer()</a:t>
                      </a:r>
                    </a:p>
                    <a:p>
                      <a:r>
                        <a:rPr lang="es-ES" sz="1800" b="0" dirty="0"/>
                        <a:t>pivot_wider()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Cambiar los datos de formato ancho a formato largo y viceversa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072967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1800" b="0" dirty="0"/>
                        <a:t>*_join()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Unir dos sets de datos con al menos un campo en común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580252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1800" b="0" dirty="0"/>
                        <a:t>write_delim()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Escribir set de datos en un archivo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218373"/>
                  </a:ext>
                </a:extLst>
              </a:tr>
            </a:tbl>
          </a:graphicData>
        </a:graphic>
      </p:graphicFrame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ABDEA536-FDD0-0AE1-4645-BB5D2A9B5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551" y="2508017"/>
            <a:ext cx="2044370" cy="292053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81870882-F5CF-C311-03F1-9E539F702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551" y="1887677"/>
            <a:ext cx="1949700" cy="321165"/>
          </a:xfrm>
          <a:prstGeom prst="rect">
            <a:avLst/>
          </a:prstGeom>
        </p:spPr>
      </p:pic>
      <p:pic>
        <p:nvPicPr>
          <p:cNvPr id="10" name="Imagen 9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DB8B82BA-35B8-23B4-6E93-01A4A69FF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905" y="2161849"/>
            <a:ext cx="1459016" cy="259233"/>
          </a:xfrm>
          <a:prstGeom prst="rect">
            <a:avLst/>
          </a:prstGeom>
        </p:spPr>
      </p:pic>
      <p:pic>
        <p:nvPicPr>
          <p:cNvPr id="12" name="Imagen 11" descr="Texto&#10;&#10;El contenido generado por IA puede ser incorrecto.">
            <a:extLst>
              <a:ext uri="{FF2B5EF4-FFF2-40B4-BE49-F238E27FC236}">
                <a16:creationId xmlns:a16="http://schemas.microsoft.com/office/drawing/2014/main" id="{A3730137-91A7-B16B-8CAF-D8F165F55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7551" y="1363368"/>
            <a:ext cx="1991702" cy="271595"/>
          </a:xfrm>
          <a:prstGeom prst="rect">
            <a:avLst/>
          </a:prstGeom>
        </p:spPr>
      </p:pic>
      <p:pic>
        <p:nvPicPr>
          <p:cNvPr id="14" name="Imagen 13" descr="Texto&#10;&#10;El contenido generado por IA puede ser incorrecto.">
            <a:extLst>
              <a:ext uri="{FF2B5EF4-FFF2-40B4-BE49-F238E27FC236}">
                <a16:creationId xmlns:a16="http://schemas.microsoft.com/office/drawing/2014/main" id="{B44C1BAF-B231-1E18-551D-532EBA7D93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617" y="3054103"/>
            <a:ext cx="1949700" cy="29635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839A714-87CC-9273-C63A-F891EB14AF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7551" y="3598218"/>
            <a:ext cx="2062355" cy="831048"/>
          </a:xfrm>
          <a:prstGeom prst="rect">
            <a:avLst/>
          </a:prstGeom>
        </p:spPr>
      </p:pic>
      <p:pic>
        <p:nvPicPr>
          <p:cNvPr id="18" name="Imagen 17" descr="Texto&#10;&#10;El contenido generado por IA puede ser incorrecto.">
            <a:extLst>
              <a:ext uri="{FF2B5EF4-FFF2-40B4-BE49-F238E27FC236}">
                <a16:creationId xmlns:a16="http://schemas.microsoft.com/office/drawing/2014/main" id="{883405BA-2CAB-F1EB-CDA8-568F2B505A7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" r="69494" b="10622"/>
          <a:stretch>
            <a:fillRect/>
          </a:stretch>
        </p:blipFill>
        <p:spPr>
          <a:xfrm>
            <a:off x="4167551" y="485877"/>
            <a:ext cx="870306" cy="350611"/>
          </a:xfrm>
          <a:prstGeom prst="rect">
            <a:avLst/>
          </a:prstGeom>
        </p:spPr>
      </p:pic>
      <p:pic>
        <p:nvPicPr>
          <p:cNvPr id="20" name="Imagen 19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CCA8A7DB-6147-EC19-4C87-11FC4D7C56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8617" y="6465954"/>
            <a:ext cx="963784" cy="530779"/>
          </a:xfrm>
          <a:prstGeom prst="rect">
            <a:avLst/>
          </a:prstGeom>
        </p:spPr>
      </p:pic>
      <p:pic>
        <p:nvPicPr>
          <p:cNvPr id="21" name="Imagen 20" descr="Texto&#10;&#10;El contenido generado por IA puede ser incorrecto.">
            <a:extLst>
              <a:ext uri="{FF2B5EF4-FFF2-40B4-BE49-F238E27FC236}">
                <a16:creationId xmlns:a16="http://schemas.microsoft.com/office/drawing/2014/main" id="{C5AEC1AC-056B-5F51-F5D3-1266AE75797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636" b="20207"/>
          <a:stretch>
            <a:fillRect/>
          </a:stretch>
        </p:blipFill>
        <p:spPr>
          <a:xfrm>
            <a:off x="4167551" y="783861"/>
            <a:ext cx="1950395" cy="31301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9D90515-D561-E08C-7F12-EA274E3290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41216" y="6927432"/>
            <a:ext cx="2044371" cy="138601"/>
          </a:xfrm>
          <a:prstGeom prst="rect">
            <a:avLst/>
          </a:prstGeom>
        </p:spPr>
      </p:pic>
      <p:pic>
        <p:nvPicPr>
          <p:cNvPr id="7" name="Imagen 6" descr="Gráfico, Gráfico en cascada&#10;&#10;El contenido generado por IA puede ser incorrecto.">
            <a:extLst>
              <a:ext uri="{FF2B5EF4-FFF2-40B4-BE49-F238E27FC236}">
                <a16:creationId xmlns:a16="http://schemas.microsoft.com/office/drawing/2014/main" id="{86969195-FEF4-6000-A9A6-35C3823B8A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9894" y="5604448"/>
            <a:ext cx="952507" cy="581029"/>
          </a:xfrm>
          <a:prstGeom prst="rect">
            <a:avLst/>
          </a:prstGeom>
        </p:spPr>
      </p:pic>
      <p:pic>
        <p:nvPicPr>
          <p:cNvPr id="11" name="Imagen 10" descr="Tabla&#10;&#10;El contenido generado por IA puede ser incorrecto.">
            <a:extLst>
              <a:ext uri="{FF2B5EF4-FFF2-40B4-BE49-F238E27FC236}">
                <a16:creationId xmlns:a16="http://schemas.microsoft.com/office/drawing/2014/main" id="{735C2BE3-E00C-7070-F746-1F56480BEA9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2208" b="20018"/>
          <a:stretch>
            <a:fillRect/>
          </a:stretch>
        </p:blipFill>
        <p:spPr>
          <a:xfrm>
            <a:off x="4188427" y="4766551"/>
            <a:ext cx="1721563" cy="621491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333DC01-8F29-2F6F-B8F3-EA5FC9F89BF3}"/>
              </a:ext>
            </a:extLst>
          </p:cNvPr>
          <p:cNvCxnSpPr>
            <a:cxnSpLocks/>
          </p:cNvCxnSpPr>
          <p:nvPr/>
        </p:nvCxnSpPr>
        <p:spPr>
          <a:xfrm flipH="1">
            <a:off x="4923702" y="5013720"/>
            <a:ext cx="1741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Imagen 21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4DC5A7D4-5918-2A8A-8856-BF3FA52574A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0561" y="4549802"/>
            <a:ext cx="1500119" cy="223898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695DC193-06A0-5191-2CA4-375E5455A89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48958" y="5380889"/>
            <a:ext cx="1271771" cy="16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327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211</Words>
  <Application>Microsoft Office PowerPoint</Application>
  <PresentationFormat>A4 (210 x 297 mm)</PresentationFormat>
  <Paragraphs>76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Rodes Blanco Marina</dc:creator>
  <cp:lastModifiedBy>Rodes Blanco Marina</cp:lastModifiedBy>
  <cp:revision>1</cp:revision>
  <dcterms:created xsi:type="dcterms:W3CDTF">2026-01-11T12:50:19Z</dcterms:created>
  <dcterms:modified xsi:type="dcterms:W3CDTF">2026-01-11T18:13:28Z</dcterms:modified>
</cp:coreProperties>
</file>